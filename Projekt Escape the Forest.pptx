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0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7" r:id="rId25"/>
    <p:sldId id="298" r:id="rId26"/>
    <p:sldId id="301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F9A8B7-867D-4508-BC46-6E6AF25E29CD}" v="510" dt="2026-06-01T07:00:24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ukarica" userId="008b1422-63eb-415d-966e-182772c37da7" providerId="ADAL" clId="{435CE30E-272A-4A90-BEFE-CA8C593F5E7D}"/>
    <pc:docChg chg="undo custSel addSld delSld modSld sldOrd">
      <pc:chgData name="Samuel Bukarica" userId="008b1422-63eb-415d-966e-182772c37da7" providerId="ADAL" clId="{435CE30E-272A-4A90-BEFE-CA8C593F5E7D}" dt="2026-06-01T07:40:57.861" v="2437" actId="15"/>
      <pc:docMkLst>
        <pc:docMk/>
      </pc:docMkLst>
      <pc:sldChg chg="addSp delSp modSp mod">
        <pc:chgData name="Samuel Bukarica" userId="008b1422-63eb-415d-966e-182772c37da7" providerId="ADAL" clId="{435CE30E-272A-4A90-BEFE-CA8C593F5E7D}" dt="2026-05-19T06:34:40.088" v="687" actId="20577"/>
        <pc:sldMkLst>
          <pc:docMk/>
          <pc:sldMk cId="2345990248" sldId="274"/>
        </pc:sldMkLst>
        <pc:spChg chg="mod">
          <ac:chgData name="Samuel Bukarica" userId="008b1422-63eb-415d-966e-182772c37da7" providerId="ADAL" clId="{435CE30E-272A-4A90-BEFE-CA8C593F5E7D}" dt="2026-05-18T09:35:19.070" v="387" actId="403"/>
          <ac:spMkLst>
            <pc:docMk/>
            <pc:sldMk cId="2345990248" sldId="274"/>
            <ac:spMk id="2" creationId="{71CB209B-3665-615B-11B4-4B8FCA92972C}"/>
          </ac:spMkLst>
        </pc:spChg>
        <pc:spChg chg="mod">
          <ac:chgData name="Samuel Bukarica" userId="008b1422-63eb-415d-966e-182772c37da7" providerId="ADAL" clId="{435CE30E-272A-4A90-BEFE-CA8C593F5E7D}" dt="2026-05-19T06:34:40.088" v="687" actId="20577"/>
          <ac:spMkLst>
            <pc:docMk/>
            <pc:sldMk cId="2345990248" sldId="274"/>
            <ac:spMk id="5" creationId="{CC08FBB5-47F1-7758-9012-07BDF5094B64}"/>
          </ac:spMkLst>
        </pc:spChg>
        <pc:spChg chg="add mod">
          <ac:chgData name="Samuel Bukarica" userId="008b1422-63eb-415d-966e-182772c37da7" providerId="ADAL" clId="{435CE30E-272A-4A90-BEFE-CA8C593F5E7D}" dt="2026-05-19T06:22:33.958" v="542" actId="113"/>
          <ac:spMkLst>
            <pc:docMk/>
            <pc:sldMk cId="2345990248" sldId="274"/>
            <ac:spMk id="11" creationId="{66DE5D80-1A79-87C4-B3DE-AFE5A1580FD3}"/>
          </ac:spMkLst>
        </pc:spChg>
      </pc:sldChg>
      <pc:sldChg chg="addSp modSp add mod">
        <pc:chgData name="Samuel Bukarica" userId="008b1422-63eb-415d-966e-182772c37da7" providerId="ADAL" clId="{435CE30E-272A-4A90-BEFE-CA8C593F5E7D}" dt="2026-05-19T06:34:42.981" v="688" actId="20577"/>
        <pc:sldMkLst>
          <pc:docMk/>
          <pc:sldMk cId="2949200324" sldId="275"/>
        </pc:sldMkLst>
        <pc:spChg chg="mod">
          <ac:chgData name="Samuel Bukarica" userId="008b1422-63eb-415d-966e-182772c37da7" providerId="ADAL" clId="{435CE30E-272A-4A90-BEFE-CA8C593F5E7D}" dt="2026-05-18T09:35:51.883" v="390" actId="403"/>
          <ac:spMkLst>
            <pc:docMk/>
            <pc:sldMk cId="2949200324" sldId="275"/>
            <ac:spMk id="2" creationId="{8BE11021-F3B7-6C86-6E50-3996508C67B2}"/>
          </ac:spMkLst>
        </pc:spChg>
        <pc:spChg chg="mod">
          <ac:chgData name="Samuel Bukarica" userId="008b1422-63eb-415d-966e-182772c37da7" providerId="ADAL" clId="{435CE30E-272A-4A90-BEFE-CA8C593F5E7D}" dt="2026-05-19T06:34:42.981" v="688" actId="20577"/>
          <ac:spMkLst>
            <pc:docMk/>
            <pc:sldMk cId="2949200324" sldId="275"/>
            <ac:spMk id="5" creationId="{A5612168-161C-5BE7-612E-1B4D98F0CDA4}"/>
          </ac:spMkLst>
        </pc:spChg>
        <pc:spChg chg="mod">
          <ac:chgData name="Samuel Bukarica" userId="008b1422-63eb-415d-966e-182772c37da7" providerId="ADAL" clId="{435CE30E-272A-4A90-BEFE-CA8C593F5E7D}" dt="2026-05-19T06:22:42.090" v="543" actId="113"/>
          <ac:spMkLst>
            <pc:docMk/>
            <pc:sldMk cId="2949200324" sldId="275"/>
            <ac:spMk id="11" creationId="{E4534221-F16E-CCF3-1942-1076506929F6}"/>
          </ac:spMkLst>
        </pc:spChg>
      </pc:sldChg>
      <pc:sldChg chg="modSp add mod">
        <pc:chgData name="Samuel Bukarica" userId="008b1422-63eb-415d-966e-182772c37da7" providerId="ADAL" clId="{435CE30E-272A-4A90-BEFE-CA8C593F5E7D}" dt="2026-05-19T06:34:45.766" v="689" actId="20577"/>
        <pc:sldMkLst>
          <pc:docMk/>
          <pc:sldMk cId="2290711196" sldId="276"/>
        </pc:sldMkLst>
        <pc:spChg chg="mod">
          <ac:chgData name="Samuel Bukarica" userId="008b1422-63eb-415d-966e-182772c37da7" providerId="ADAL" clId="{435CE30E-272A-4A90-BEFE-CA8C593F5E7D}" dt="2026-05-19T06:23:01.652" v="567" actId="20577"/>
          <ac:spMkLst>
            <pc:docMk/>
            <pc:sldMk cId="2290711196" sldId="276"/>
            <ac:spMk id="2" creationId="{7B86A6F0-8CDF-5734-5FA8-2996F9499B7A}"/>
          </ac:spMkLst>
        </pc:spChg>
        <pc:spChg chg="mod">
          <ac:chgData name="Samuel Bukarica" userId="008b1422-63eb-415d-966e-182772c37da7" providerId="ADAL" clId="{435CE30E-272A-4A90-BEFE-CA8C593F5E7D}" dt="2026-05-19T06:34:45.766" v="689" actId="20577"/>
          <ac:spMkLst>
            <pc:docMk/>
            <pc:sldMk cId="2290711196" sldId="276"/>
            <ac:spMk id="5" creationId="{22D9ED88-9000-AF7B-807E-2A38F6CA32BD}"/>
          </ac:spMkLst>
        </pc:spChg>
        <pc:spChg chg="mod">
          <ac:chgData name="Samuel Bukarica" userId="008b1422-63eb-415d-966e-182772c37da7" providerId="ADAL" clId="{435CE30E-272A-4A90-BEFE-CA8C593F5E7D}" dt="2026-05-19T06:26:54.763" v="606" actId="113"/>
          <ac:spMkLst>
            <pc:docMk/>
            <pc:sldMk cId="2290711196" sldId="276"/>
            <ac:spMk id="11" creationId="{8E50C0A0-86F2-CD32-E641-D7D197D0960E}"/>
          </ac:spMkLst>
        </pc:spChg>
      </pc:sldChg>
      <pc:sldChg chg="modSp add mod">
        <pc:chgData name="Samuel Bukarica" userId="008b1422-63eb-415d-966e-182772c37da7" providerId="ADAL" clId="{435CE30E-272A-4A90-BEFE-CA8C593F5E7D}" dt="2026-05-19T06:34:50.622" v="690" actId="20577"/>
        <pc:sldMkLst>
          <pc:docMk/>
          <pc:sldMk cId="1871541803" sldId="277"/>
        </pc:sldMkLst>
        <pc:spChg chg="mod">
          <ac:chgData name="Samuel Bukarica" userId="008b1422-63eb-415d-966e-182772c37da7" providerId="ADAL" clId="{435CE30E-272A-4A90-BEFE-CA8C593F5E7D}" dt="2026-05-19T06:27:27.495" v="617"/>
          <ac:spMkLst>
            <pc:docMk/>
            <pc:sldMk cId="1871541803" sldId="277"/>
            <ac:spMk id="2" creationId="{F8EF9B97-13C7-F23B-C36A-0D5AD705A831}"/>
          </ac:spMkLst>
        </pc:spChg>
        <pc:spChg chg="mod">
          <ac:chgData name="Samuel Bukarica" userId="008b1422-63eb-415d-966e-182772c37da7" providerId="ADAL" clId="{435CE30E-272A-4A90-BEFE-CA8C593F5E7D}" dt="2026-05-19T06:34:50.622" v="690" actId="20577"/>
          <ac:spMkLst>
            <pc:docMk/>
            <pc:sldMk cId="1871541803" sldId="277"/>
            <ac:spMk id="5" creationId="{D500AA97-281A-CA2D-64FC-6075C1A6C320}"/>
          </ac:spMkLst>
        </pc:spChg>
        <pc:spChg chg="mod">
          <ac:chgData name="Samuel Bukarica" userId="008b1422-63eb-415d-966e-182772c37da7" providerId="ADAL" clId="{435CE30E-272A-4A90-BEFE-CA8C593F5E7D}" dt="2026-05-19T06:28:48.021" v="650" actId="113"/>
          <ac:spMkLst>
            <pc:docMk/>
            <pc:sldMk cId="1871541803" sldId="277"/>
            <ac:spMk id="11" creationId="{F065A8AF-790A-C067-4FDD-B814FF7F132F}"/>
          </ac:spMkLst>
        </pc:spChg>
      </pc:sldChg>
      <pc:sldChg chg="addSp modSp add mod">
        <pc:chgData name="Samuel Bukarica" userId="008b1422-63eb-415d-966e-182772c37da7" providerId="ADAL" clId="{435CE30E-272A-4A90-BEFE-CA8C593F5E7D}" dt="2026-05-19T06:44:09.675" v="936" actId="113"/>
        <pc:sldMkLst>
          <pc:docMk/>
          <pc:sldMk cId="3748432842" sldId="278"/>
        </pc:sldMkLst>
        <pc:spChg chg="mod">
          <ac:chgData name="Samuel Bukarica" userId="008b1422-63eb-415d-966e-182772c37da7" providerId="ADAL" clId="{435CE30E-272A-4A90-BEFE-CA8C593F5E7D}" dt="2026-05-19T06:44:06.913" v="935" actId="20577"/>
          <ac:spMkLst>
            <pc:docMk/>
            <pc:sldMk cId="3748432842" sldId="278"/>
            <ac:spMk id="2" creationId="{7D9C3D47-3FBB-9D1C-8015-3821228B5DD1}"/>
          </ac:spMkLst>
        </pc:spChg>
        <pc:spChg chg="mod">
          <ac:chgData name="Samuel Bukarica" userId="008b1422-63eb-415d-966e-182772c37da7" providerId="ADAL" clId="{435CE30E-272A-4A90-BEFE-CA8C593F5E7D}" dt="2026-05-19T06:34:53.705" v="691" actId="20577"/>
          <ac:spMkLst>
            <pc:docMk/>
            <pc:sldMk cId="3748432842" sldId="278"/>
            <ac:spMk id="5" creationId="{C5FF913A-5A57-BB64-5763-1432BB8C8B7B}"/>
          </ac:spMkLst>
        </pc:spChg>
        <pc:spChg chg="mod">
          <ac:chgData name="Samuel Bukarica" userId="008b1422-63eb-415d-966e-182772c37da7" providerId="ADAL" clId="{435CE30E-272A-4A90-BEFE-CA8C593F5E7D}" dt="2026-05-19T06:44:09.675" v="936" actId="113"/>
          <ac:spMkLst>
            <pc:docMk/>
            <pc:sldMk cId="3748432842" sldId="278"/>
            <ac:spMk id="11" creationId="{470F7892-BD95-86EB-411F-31B01BF44B5C}"/>
          </ac:spMkLst>
        </pc:spChg>
      </pc:sldChg>
      <pc:sldChg chg="modSp add mod">
        <pc:chgData name="Samuel Bukarica" userId="008b1422-63eb-415d-966e-182772c37da7" providerId="ADAL" clId="{435CE30E-272A-4A90-BEFE-CA8C593F5E7D}" dt="2026-05-19T06:40:43.314" v="785" actId="113"/>
        <pc:sldMkLst>
          <pc:docMk/>
          <pc:sldMk cId="1051626729" sldId="279"/>
        </pc:sldMkLst>
        <pc:spChg chg="mod">
          <ac:chgData name="Samuel Bukarica" userId="008b1422-63eb-415d-966e-182772c37da7" providerId="ADAL" clId="{435CE30E-272A-4A90-BEFE-CA8C593F5E7D}" dt="2026-05-19T06:40:34.738" v="782"/>
          <ac:spMkLst>
            <pc:docMk/>
            <pc:sldMk cId="1051626729" sldId="279"/>
            <ac:spMk id="2" creationId="{FA4A6EBC-8D81-F8A4-2FDE-53FC081A349E}"/>
          </ac:spMkLst>
        </pc:spChg>
        <pc:spChg chg="mod">
          <ac:chgData name="Samuel Bukarica" userId="008b1422-63eb-415d-966e-182772c37da7" providerId="ADAL" clId="{435CE30E-272A-4A90-BEFE-CA8C593F5E7D}" dt="2026-05-19T06:34:57.654" v="692" actId="20577"/>
          <ac:spMkLst>
            <pc:docMk/>
            <pc:sldMk cId="1051626729" sldId="279"/>
            <ac:spMk id="5" creationId="{0E9EC1AB-A028-2E25-321F-3FB9433FFD48}"/>
          </ac:spMkLst>
        </pc:spChg>
        <pc:spChg chg="mod">
          <ac:chgData name="Samuel Bukarica" userId="008b1422-63eb-415d-966e-182772c37da7" providerId="ADAL" clId="{435CE30E-272A-4A90-BEFE-CA8C593F5E7D}" dt="2026-05-19T06:40:43.314" v="785" actId="113"/>
          <ac:spMkLst>
            <pc:docMk/>
            <pc:sldMk cId="1051626729" sldId="279"/>
            <ac:spMk id="11" creationId="{2AE03A90-906C-C3C5-60E5-F63C45C5DFB8}"/>
          </ac:spMkLst>
        </pc:spChg>
      </pc:sldChg>
      <pc:sldChg chg="modSp add mod">
        <pc:chgData name="Samuel Bukarica" userId="008b1422-63eb-415d-966e-182772c37da7" providerId="ADAL" clId="{435CE30E-272A-4A90-BEFE-CA8C593F5E7D}" dt="2026-05-21T06:45:44.135" v="1189" actId="20578"/>
        <pc:sldMkLst>
          <pc:docMk/>
          <pc:sldMk cId="2263614159" sldId="280"/>
        </pc:sldMkLst>
        <pc:spChg chg="mod">
          <ac:chgData name="Samuel Bukarica" userId="008b1422-63eb-415d-966e-182772c37da7" providerId="ADAL" clId="{435CE30E-272A-4A90-BEFE-CA8C593F5E7D}" dt="2026-05-19T06:40:17.516" v="778"/>
          <ac:spMkLst>
            <pc:docMk/>
            <pc:sldMk cId="2263614159" sldId="280"/>
            <ac:spMk id="2" creationId="{79439E89-9E3A-DFC1-E665-6716E61BBDBC}"/>
          </ac:spMkLst>
        </pc:spChg>
        <pc:spChg chg="mod">
          <ac:chgData name="Samuel Bukarica" userId="008b1422-63eb-415d-966e-182772c37da7" providerId="ADAL" clId="{435CE30E-272A-4A90-BEFE-CA8C593F5E7D}" dt="2026-05-21T06:45:44.135" v="1189" actId="20578"/>
          <ac:spMkLst>
            <pc:docMk/>
            <pc:sldMk cId="2263614159" sldId="280"/>
            <ac:spMk id="11" creationId="{DAC5C1B5-0709-72A8-73AF-971D56CA6DEC}"/>
          </ac:spMkLst>
        </pc:spChg>
      </pc:sldChg>
      <pc:sldChg chg="modSp add mod">
        <pc:chgData name="Samuel Bukarica" userId="008b1422-63eb-415d-966e-182772c37da7" providerId="ADAL" clId="{435CE30E-272A-4A90-BEFE-CA8C593F5E7D}" dt="2026-05-19T06:46:33.605" v="988" actId="20577"/>
        <pc:sldMkLst>
          <pc:docMk/>
          <pc:sldMk cId="2623603279" sldId="281"/>
        </pc:sldMkLst>
        <pc:spChg chg="mod">
          <ac:chgData name="Samuel Bukarica" userId="008b1422-63eb-415d-966e-182772c37da7" providerId="ADAL" clId="{435CE30E-272A-4A90-BEFE-CA8C593F5E7D}" dt="2026-05-19T06:44:52.669" v="938"/>
          <ac:spMkLst>
            <pc:docMk/>
            <pc:sldMk cId="2623603279" sldId="281"/>
            <ac:spMk id="2" creationId="{5AFE2682-FF73-EFA2-0963-0387FD8CE464}"/>
          </ac:spMkLst>
        </pc:spChg>
        <pc:spChg chg="mod">
          <ac:chgData name="Samuel Bukarica" userId="008b1422-63eb-415d-966e-182772c37da7" providerId="ADAL" clId="{435CE30E-272A-4A90-BEFE-CA8C593F5E7D}" dt="2026-05-19T06:46:33.605" v="988" actId="20577"/>
          <ac:spMkLst>
            <pc:docMk/>
            <pc:sldMk cId="2623603279" sldId="281"/>
            <ac:spMk id="11" creationId="{0CC3406A-B3D7-B467-032D-5860FA338FBD}"/>
          </ac:spMkLst>
        </pc:spChg>
      </pc:sldChg>
      <pc:sldChg chg="addSp modSp add mod">
        <pc:chgData name="Samuel Bukarica" userId="008b1422-63eb-415d-966e-182772c37da7" providerId="ADAL" clId="{435CE30E-272A-4A90-BEFE-CA8C593F5E7D}" dt="2026-05-19T06:49:49.966" v="1181" actId="20577"/>
        <pc:sldMkLst>
          <pc:docMk/>
          <pc:sldMk cId="1252810527" sldId="282"/>
        </pc:sldMkLst>
        <pc:spChg chg="mod">
          <ac:chgData name="Samuel Bukarica" userId="008b1422-63eb-415d-966e-182772c37da7" providerId="ADAL" clId="{435CE30E-272A-4A90-BEFE-CA8C593F5E7D}" dt="2026-05-19T06:46:50.968" v="990"/>
          <ac:spMkLst>
            <pc:docMk/>
            <pc:sldMk cId="1252810527" sldId="282"/>
            <ac:spMk id="2" creationId="{960BDAA0-3EF0-4D10-FFB2-84C08984F335}"/>
          </ac:spMkLst>
        </pc:spChg>
        <pc:spChg chg="mod">
          <ac:chgData name="Samuel Bukarica" userId="008b1422-63eb-415d-966e-182772c37da7" providerId="ADAL" clId="{435CE30E-272A-4A90-BEFE-CA8C593F5E7D}" dt="2026-05-19T06:49:49.966" v="1181" actId="20577"/>
          <ac:spMkLst>
            <pc:docMk/>
            <pc:sldMk cId="1252810527" sldId="282"/>
            <ac:spMk id="11" creationId="{FD5EA71F-424A-BF28-6C4F-6CA9A5B07C69}"/>
          </ac:spMkLst>
        </pc:spChg>
      </pc:sldChg>
      <pc:sldChg chg="modSp add mod">
        <pc:chgData name="Samuel Bukarica" userId="008b1422-63eb-415d-966e-182772c37da7" providerId="ADAL" clId="{435CE30E-272A-4A90-BEFE-CA8C593F5E7D}" dt="2026-06-01T07:40:11.519" v="2434" actId="20577"/>
        <pc:sldMkLst>
          <pc:docMk/>
          <pc:sldMk cId="991334928" sldId="283"/>
        </pc:sldMkLst>
        <pc:spChg chg="mod">
          <ac:chgData name="Samuel Bukarica" userId="008b1422-63eb-415d-966e-182772c37da7" providerId="ADAL" clId="{435CE30E-272A-4A90-BEFE-CA8C593F5E7D}" dt="2026-05-26T10:55:42.057" v="1212" actId="20577"/>
          <ac:spMkLst>
            <pc:docMk/>
            <pc:sldMk cId="991334928" sldId="283"/>
            <ac:spMk id="2" creationId="{048AD523-57C4-9954-8456-9A046709C84E}"/>
          </ac:spMkLst>
        </pc:spChg>
        <pc:spChg chg="mod">
          <ac:chgData name="Samuel Bukarica" userId="008b1422-63eb-415d-966e-182772c37da7" providerId="ADAL" clId="{435CE30E-272A-4A90-BEFE-CA8C593F5E7D}" dt="2026-06-01T07:40:11.519" v="2434" actId="20577"/>
          <ac:spMkLst>
            <pc:docMk/>
            <pc:sldMk cId="991334928" sldId="283"/>
            <ac:spMk id="11" creationId="{A0D80005-BFF7-4B89-7E74-696BF6C5D5A2}"/>
          </ac:spMkLst>
        </pc:spChg>
      </pc:sldChg>
      <pc:sldChg chg="modSp add mod">
        <pc:chgData name="Samuel Bukarica" userId="008b1422-63eb-415d-966e-182772c37da7" providerId="ADAL" clId="{435CE30E-272A-4A90-BEFE-CA8C593F5E7D}" dt="2026-05-26T11:03:25.128" v="1437" actId="113"/>
        <pc:sldMkLst>
          <pc:docMk/>
          <pc:sldMk cId="2193138949" sldId="284"/>
        </pc:sldMkLst>
        <pc:spChg chg="mod">
          <ac:chgData name="Samuel Bukarica" userId="008b1422-63eb-415d-966e-182772c37da7" providerId="ADAL" clId="{435CE30E-272A-4A90-BEFE-CA8C593F5E7D}" dt="2026-05-26T10:58:52.120" v="1302"/>
          <ac:spMkLst>
            <pc:docMk/>
            <pc:sldMk cId="2193138949" sldId="284"/>
            <ac:spMk id="2" creationId="{B97F9D81-59E3-920C-09E4-85978487F794}"/>
          </ac:spMkLst>
        </pc:spChg>
        <pc:spChg chg="mod">
          <ac:chgData name="Samuel Bukarica" userId="008b1422-63eb-415d-966e-182772c37da7" providerId="ADAL" clId="{435CE30E-272A-4A90-BEFE-CA8C593F5E7D}" dt="2026-05-26T11:03:25.128" v="1437" actId="113"/>
          <ac:spMkLst>
            <pc:docMk/>
            <pc:sldMk cId="2193138949" sldId="284"/>
            <ac:spMk id="11" creationId="{A534EABF-0B83-75DA-A6CB-492B35AA2107}"/>
          </ac:spMkLst>
        </pc:spChg>
      </pc:sldChg>
      <pc:sldChg chg="modSp add mod">
        <pc:chgData name="Samuel Bukarica" userId="008b1422-63eb-415d-966e-182772c37da7" providerId="ADAL" clId="{435CE30E-272A-4A90-BEFE-CA8C593F5E7D}" dt="2026-05-26T11:06:18.068" v="1538" actId="15"/>
        <pc:sldMkLst>
          <pc:docMk/>
          <pc:sldMk cId="442599640" sldId="285"/>
        </pc:sldMkLst>
        <pc:spChg chg="mod">
          <ac:chgData name="Samuel Bukarica" userId="008b1422-63eb-415d-966e-182772c37da7" providerId="ADAL" clId="{435CE30E-272A-4A90-BEFE-CA8C593F5E7D}" dt="2026-05-26T11:03:39.644" v="1442"/>
          <ac:spMkLst>
            <pc:docMk/>
            <pc:sldMk cId="442599640" sldId="285"/>
            <ac:spMk id="2" creationId="{514722B5-872D-6F31-0632-64A879DD2E3D}"/>
          </ac:spMkLst>
        </pc:spChg>
        <pc:spChg chg="mod">
          <ac:chgData name="Samuel Bukarica" userId="008b1422-63eb-415d-966e-182772c37da7" providerId="ADAL" clId="{435CE30E-272A-4A90-BEFE-CA8C593F5E7D}" dt="2026-05-26T11:06:18.068" v="1538" actId="15"/>
          <ac:spMkLst>
            <pc:docMk/>
            <pc:sldMk cId="442599640" sldId="285"/>
            <ac:spMk id="11" creationId="{B0B7E191-0486-4A02-537D-31BE05FDC003}"/>
          </ac:spMkLst>
        </pc:spChg>
      </pc:sldChg>
      <pc:sldChg chg="modSp add mod">
        <pc:chgData name="Samuel Bukarica" userId="008b1422-63eb-415d-966e-182772c37da7" providerId="ADAL" clId="{435CE30E-272A-4A90-BEFE-CA8C593F5E7D}" dt="2026-05-26T11:08:59.680" v="1590" actId="403"/>
        <pc:sldMkLst>
          <pc:docMk/>
          <pc:sldMk cId="219505623" sldId="286"/>
        </pc:sldMkLst>
        <pc:spChg chg="mod">
          <ac:chgData name="Samuel Bukarica" userId="008b1422-63eb-415d-966e-182772c37da7" providerId="ADAL" clId="{435CE30E-272A-4A90-BEFE-CA8C593F5E7D}" dt="2026-05-26T11:06:48.751" v="1541"/>
          <ac:spMkLst>
            <pc:docMk/>
            <pc:sldMk cId="219505623" sldId="286"/>
            <ac:spMk id="2" creationId="{A53D5C1E-1B41-6CA1-9488-8378AFEEF375}"/>
          </ac:spMkLst>
        </pc:spChg>
        <pc:spChg chg="mod">
          <ac:chgData name="Samuel Bukarica" userId="008b1422-63eb-415d-966e-182772c37da7" providerId="ADAL" clId="{435CE30E-272A-4A90-BEFE-CA8C593F5E7D}" dt="2026-05-26T11:08:59.680" v="1590" actId="403"/>
          <ac:spMkLst>
            <pc:docMk/>
            <pc:sldMk cId="219505623" sldId="286"/>
            <ac:spMk id="11" creationId="{B28D7DB3-2253-64F0-5041-93AAD5358626}"/>
          </ac:spMkLst>
        </pc:spChg>
      </pc:sldChg>
      <pc:sldChg chg="addSp modSp add mod">
        <pc:chgData name="Samuel Bukarica" userId="008b1422-63eb-415d-966e-182772c37da7" providerId="ADAL" clId="{435CE30E-272A-4A90-BEFE-CA8C593F5E7D}" dt="2026-06-01T07:40:06.582" v="2433" actId="20577"/>
        <pc:sldMkLst>
          <pc:docMk/>
          <pc:sldMk cId="296853081" sldId="287"/>
        </pc:sldMkLst>
        <pc:spChg chg="mod">
          <ac:chgData name="Samuel Bukarica" userId="008b1422-63eb-415d-966e-182772c37da7" providerId="ADAL" clId="{435CE30E-272A-4A90-BEFE-CA8C593F5E7D}" dt="2026-05-26T11:08:55.676" v="1589"/>
          <ac:spMkLst>
            <pc:docMk/>
            <pc:sldMk cId="296853081" sldId="287"/>
            <ac:spMk id="2" creationId="{E2C6F6E3-ABF8-4C31-E34A-2C7ADCDD67B1}"/>
          </ac:spMkLst>
        </pc:spChg>
        <pc:spChg chg="mod">
          <ac:chgData name="Samuel Bukarica" userId="008b1422-63eb-415d-966e-182772c37da7" providerId="ADAL" clId="{435CE30E-272A-4A90-BEFE-CA8C593F5E7D}" dt="2026-06-01T07:40:06.582" v="2433" actId="20577"/>
          <ac:spMkLst>
            <pc:docMk/>
            <pc:sldMk cId="296853081" sldId="287"/>
            <ac:spMk id="11" creationId="{9BE1BB5A-DB27-0D7E-4541-71DEB25F3318}"/>
          </ac:spMkLst>
        </pc:spChg>
      </pc:sldChg>
      <pc:sldChg chg="modSp add mod">
        <pc:chgData name="Samuel Bukarica" userId="008b1422-63eb-415d-966e-182772c37da7" providerId="ADAL" clId="{435CE30E-272A-4A90-BEFE-CA8C593F5E7D}" dt="2026-05-26T11:12:51.163" v="1721" actId="113"/>
        <pc:sldMkLst>
          <pc:docMk/>
          <pc:sldMk cId="1093650518" sldId="288"/>
        </pc:sldMkLst>
        <pc:spChg chg="mod">
          <ac:chgData name="Samuel Bukarica" userId="008b1422-63eb-415d-966e-182772c37da7" providerId="ADAL" clId="{435CE30E-272A-4A90-BEFE-CA8C593F5E7D}" dt="2026-05-26T11:11:41.725" v="1687"/>
          <ac:spMkLst>
            <pc:docMk/>
            <pc:sldMk cId="1093650518" sldId="288"/>
            <ac:spMk id="2" creationId="{75B79DE1-6B42-6BA6-7A63-EF0B97ED8772}"/>
          </ac:spMkLst>
        </pc:spChg>
        <pc:spChg chg="mod">
          <ac:chgData name="Samuel Bukarica" userId="008b1422-63eb-415d-966e-182772c37da7" providerId="ADAL" clId="{435CE30E-272A-4A90-BEFE-CA8C593F5E7D}" dt="2026-05-26T11:12:51.163" v="1721" actId="113"/>
          <ac:spMkLst>
            <pc:docMk/>
            <pc:sldMk cId="1093650518" sldId="288"/>
            <ac:spMk id="11" creationId="{6BBFE64B-22B2-776B-2E08-D887AB59E5B8}"/>
          </ac:spMkLst>
        </pc:spChg>
      </pc:sldChg>
      <pc:sldChg chg="modSp add mod">
        <pc:chgData name="Samuel Bukarica" userId="008b1422-63eb-415d-966e-182772c37da7" providerId="ADAL" clId="{435CE30E-272A-4A90-BEFE-CA8C593F5E7D}" dt="2026-05-26T11:14:37.308" v="1763" actId="113"/>
        <pc:sldMkLst>
          <pc:docMk/>
          <pc:sldMk cId="2735298613" sldId="289"/>
        </pc:sldMkLst>
        <pc:spChg chg="mod">
          <ac:chgData name="Samuel Bukarica" userId="008b1422-63eb-415d-966e-182772c37da7" providerId="ADAL" clId="{435CE30E-272A-4A90-BEFE-CA8C593F5E7D}" dt="2026-05-26T11:13:26.045" v="1723"/>
          <ac:spMkLst>
            <pc:docMk/>
            <pc:sldMk cId="2735298613" sldId="289"/>
            <ac:spMk id="2" creationId="{A6B5904D-A265-11C1-75BD-356CE690997E}"/>
          </ac:spMkLst>
        </pc:spChg>
        <pc:spChg chg="mod">
          <ac:chgData name="Samuel Bukarica" userId="008b1422-63eb-415d-966e-182772c37da7" providerId="ADAL" clId="{435CE30E-272A-4A90-BEFE-CA8C593F5E7D}" dt="2026-05-26T11:14:37.308" v="1763" actId="113"/>
          <ac:spMkLst>
            <pc:docMk/>
            <pc:sldMk cId="2735298613" sldId="289"/>
            <ac:spMk id="11" creationId="{8C503A96-D22A-A584-31CD-A344CF437EE4}"/>
          </ac:spMkLst>
        </pc:spChg>
      </pc:sldChg>
      <pc:sldChg chg="modSp add mod">
        <pc:chgData name="Samuel Bukarica" userId="008b1422-63eb-415d-966e-182772c37da7" providerId="ADAL" clId="{435CE30E-272A-4A90-BEFE-CA8C593F5E7D}" dt="2026-05-26T11:18:09.795" v="1840" actId="20577"/>
        <pc:sldMkLst>
          <pc:docMk/>
          <pc:sldMk cId="1758767903" sldId="290"/>
        </pc:sldMkLst>
        <pc:spChg chg="mod">
          <ac:chgData name="Samuel Bukarica" userId="008b1422-63eb-415d-966e-182772c37da7" providerId="ADAL" clId="{435CE30E-272A-4A90-BEFE-CA8C593F5E7D}" dt="2026-05-26T11:14:57.186" v="1766" actId="14100"/>
          <ac:spMkLst>
            <pc:docMk/>
            <pc:sldMk cId="1758767903" sldId="290"/>
            <ac:spMk id="2" creationId="{B40AF96A-C7F2-012D-90A8-9AEBD469BF1E}"/>
          </ac:spMkLst>
        </pc:spChg>
        <pc:spChg chg="mod">
          <ac:chgData name="Samuel Bukarica" userId="008b1422-63eb-415d-966e-182772c37da7" providerId="ADAL" clId="{435CE30E-272A-4A90-BEFE-CA8C593F5E7D}" dt="2026-05-26T11:18:09.795" v="1840" actId="20577"/>
          <ac:spMkLst>
            <pc:docMk/>
            <pc:sldMk cId="1758767903" sldId="290"/>
            <ac:spMk id="11" creationId="{52CB53B8-B1E3-360C-1B78-5B22977EBBC6}"/>
          </ac:spMkLst>
        </pc:spChg>
      </pc:sldChg>
      <pc:sldChg chg="modSp add mod">
        <pc:chgData name="Samuel Bukarica" userId="008b1422-63eb-415d-966e-182772c37da7" providerId="ADAL" clId="{435CE30E-272A-4A90-BEFE-CA8C593F5E7D}" dt="2026-06-01T07:40:46.586" v="2436" actId="20577"/>
        <pc:sldMkLst>
          <pc:docMk/>
          <pc:sldMk cId="1209901589" sldId="291"/>
        </pc:sldMkLst>
        <pc:spChg chg="mod">
          <ac:chgData name="Samuel Bukarica" userId="008b1422-63eb-415d-966e-182772c37da7" providerId="ADAL" clId="{435CE30E-272A-4A90-BEFE-CA8C593F5E7D}" dt="2026-05-26T11:18:47.330" v="1842"/>
          <ac:spMkLst>
            <pc:docMk/>
            <pc:sldMk cId="1209901589" sldId="291"/>
            <ac:spMk id="2" creationId="{80241701-3E35-46EE-7BB1-F3D12FF94C35}"/>
          </ac:spMkLst>
        </pc:spChg>
        <pc:spChg chg="mod">
          <ac:chgData name="Samuel Bukarica" userId="008b1422-63eb-415d-966e-182772c37da7" providerId="ADAL" clId="{435CE30E-272A-4A90-BEFE-CA8C593F5E7D}" dt="2026-06-01T07:40:46.586" v="2436" actId="20577"/>
          <ac:spMkLst>
            <pc:docMk/>
            <pc:sldMk cId="1209901589" sldId="291"/>
            <ac:spMk id="11" creationId="{A76921E2-9E28-9F28-DC77-2BA0C6CBEF55}"/>
          </ac:spMkLst>
        </pc:spChg>
      </pc:sldChg>
      <pc:sldChg chg="modSp add mod">
        <pc:chgData name="Samuel Bukarica" userId="008b1422-63eb-415d-966e-182772c37da7" providerId="ADAL" clId="{435CE30E-272A-4A90-BEFE-CA8C593F5E7D}" dt="2026-05-26T11:22:37.385" v="1933" actId="113"/>
        <pc:sldMkLst>
          <pc:docMk/>
          <pc:sldMk cId="1416352928" sldId="292"/>
        </pc:sldMkLst>
        <pc:spChg chg="mod">
          <ac:chgData name="Samuel Bukarica" userId="008b1422-63eb-415d-966e-182772c37da7" providerId="ADAL" clId="{435CE30E-272A-4A90-BEFE-CA8C593F5E7D}" dt="2026-05-26T11:21:30.194" v="1894" actId="20577"/>
          <ac:spMkLst>
            <pc:docMk/>
            <pc:sldMk cId="1416352928" sldId="292"/>
            <ac:spMk id="2" creationId="{99EE524B-D096-E865-2DD3-41295BBE2C86}"/>
          </ac:spMkLst>
        </pc:spChg>
        <pc:spChg chg="mod">
          <ac:chgData name="Samuel Bukarica" userId="008b1422-63eb-415d-966e-182772c37da7" providerId="ADAL" clId="{435CE30E-272A-4A90-BEFE-CA8C593F5E7D}" dt="2026-05-26T11:22:37.385" v="1933" actId="113"/>
          <ac:spMkLst>
            <pc:docMk/>
            <pc:sldMk cId="1416352928" sldId="292"/>
            <ac:spMk id="11" creationId="{97C53D76-51DD-A2F6-0141-48B7D7F30734}"/>
          </ac:spMkLst>
        </pc:spChg>
      </pc:sldChg>
      <pc:sldChg chg="modSp add mod">
        <pc:chgData name="Samuel Bukarica" userId="008b1422-63eb-415d-966e-182772c37da7" providerId="ADAL" clId="{435CE30E-272A-4A90-BEFE-CA8C593F5E7D}" dt="2026-06-01T07:40:57.861" v="2437" actId="15"/>
        <pc:sldMkLst>
          <pc:docMk/>
          <pc:sldMk cId="159672391" sldId="293"/>
        </pc:sldMkLst>
        <pc:spChg chg="mod">
          <ac:chgData name="Samuel Bukarica" userId="008b1422-63eb-415d-966e-182772c37da7" providerId="ADAL" clId="{435CE30E-272A-4A90-BEFE-CA8C593F5E7D}" dt="2026-05-26T11:23:03.382" v="1935"/>
          <ac:spMkLst>
            <pc:docMk/>
            <pc:sldMk cId="159672391" sldId="293"/>
            <ac:spMk id="2" creationId="{EA9985C5-22A7-394C-76C3-3B4D4FCC5694}"/>
          </ac:spMkLst>
        </pc:spChg>
        <pc:spChg chg="mod">
          <ac:chgData name="Samuel Bukarica" userId="008b1422-63eb-415d-966e-182772c37da7" providerId="ADAL" clId="{435CE30E-272A-4A90-BEFE-CA8C593F5E7D}" dt="2026-06-01T07:40:57.861" v="2437" actId="15"/>
          <ac:spMkLst>
            <pc:docMk/>
            <pc:sldMk cId="159672391" sldId="293"/>
            <ac:spMk id="11" creationId="{893EDFC5-2983-2DF1-101C-EE1663792BE8}"/>
          </ac:spMkLst>
        </pc:spChg>
      </pc:sldChg>
      <pc:sldChg chg="modSp add mod">
        <pc:chgData name="Samuel Bukarica" userId="008b1422-63eb-415d-966e-182772c37da7" providerId="ADAL" clId="{435CE30E-272A-4A90-BEFE-CA8C593F5E7D}" dt="2026-05-28T10:59:12.351" v="2140" actId="113"/>
        <pc:sldMkLst>
          <pc:docMk/>
          <pc:sldMk cId="1259333525" sldId="294"/>
        </pc:sldMkLst>
        <pc:spChg chg="mod">
          <ac:chgData name="Samuel Bukarica" userId="008b1422-63eb-415d-966e-182772c37da7" providerId="ADAL" clId="{435CE30E-272A-4A90-BEFE-CA8C593F5E7D}" dt="2026-05-26T11:26:37.567" v="2038"/>
          <ac:spMkLst>
            <pc:docMk/>
            <pc:sldMk cId="1259333525" sldId="294"/>
            <ac:spMk id="2" creationId="{5015FF3C-0CBB-5E16-F4E8-E91410E3200F}"/>
          </ac:spMkLst>
        </pc:spChg>
        <pc:spChg chg="mod">
          <ac:chgData name="Samuel Bukarica" userId="008b1422-63eb-415d-966e-182772c37da7" providerId="ADAL" clId="{435CE30E-272A-4A90-BEFE-CA8C593F5E7D}" dt="2026-05-28T10:59:12.351" v="2140" actId="113"/>
          <ac:spMkLst>
            <pc:docMk/>
            <pc:sldMk cId="1259333525" sldId="294"/>
            <ac:spMk id="11" creationId="{6DA49AB5-3F8E-C874-83EA-986793BAE142}"/>
          </ac:spMkLst>
        </pc:spChg>
      </pc:sldChg>
      <pc:sldChg chg="modSp add mod">
        <pc:chgData name="Samuel Bukarica" userId="008b1422-63eb-415d-966e-182772c37da7" providerId="ADAL" clId="{435CE30E-272A-4A90-BEFE-CA8C593F5E7D}" dt="2026-05-28T11:03:52.004" v="2266" actId="1076"/>
        <pc:sldMkLst>
          <pc:docMk/>
          <pc:sldMk cId="1701346096" sldId="295"/>
        </pc:sldMkLst>
        <pc:spChg chg="mod">
          <ac:chgData name="Samuel Bukarica" userId="008b1422-63eb-415d-966e-182772c37da7" providerId="ADAL" clId="{435CE30E-272A-4A90-BEFE-CA8C593F5E7D}" dt="2026-05-28T11:00:26.573" v="2142"/>
          <ac:spMkLst>
            <pc:docMk/>
            <pc:sldMk cId="1701346096" sldId="295"/>
            <ac:spMk id="2" creationId="{B4552542-D0BB-0FD4-785A-A5A368989DEF}"/>
          </ac:spMkLst>
        </pc:spChg>
        <pc:spChg chg="mod">
          <ac:chgData name="Samuel Bukarica" userId="008b1422-63eb-415d-966e-182772c37da7" providerId="ADAL" clId="{435CE30E-272A-4A90-BEFE-CA8C593F5E7D}" dt="2026-05-28T11:03:52.004" v="2266" actId="1076"/>
          <ac:spMkLst>
            <pc:docMk/>
            <pc:sldMk cId="1701346096" sldId="295"/>
            <ac:spMk id="11" creationId="{98BDE10A-B9CB-7745-2822-0E0A504AA45D}"/>
          </ac:spMkLst>
        </pc:spChg>
      </pc:sldChg>
      <pc:sldChg chg="modSp add mod">
        <pc:chgData name="Samuel Bukarica" userId="008b1422-63eb-415d-966e-182772c37da7" providerId="ADAL" clId="{435CE30E-272A-4A90-BEFE-CA8C593F5E7D}" dt="2026-05-28T11:07:52.144" v="2356" actId="12"/>
        <pc:sldMkLst>
          <pc:docMk/>
          <pc:sldMk cId="3165177460" sldId="297"/>
        </pc:sldMkLst>
        <pc:spChg chg="mod">
          <ac:chgData name="Samuel Bukarica" userId="008b1422-63eb-415d-966e-182772c37da7" providerId="ADAL" clId="{435CE30E-272A-4A90-BEFE-CA8C593F5E7D}" dt="2026-05-28T11:06:06.474" v="2299"/>
          <ac:spMkLst>
            <pc:docMk/>
            <pc:sldMk cId="3165177460" sldId="297"/>
            <ac:spMk id="2" creationId="{02FCD555-8674-7E7B-FA10-EDF1184488BF}"/>
          </ac:spMkLst>
        </pc:spChg>
        <pc:spChg chg="mod">
          <ac:chgData name="Samuel Bukarica" userId="008b1422-63eb-415d-966e-182772c37da7" providerId="ADAL" clId="{435CE30E-272A-4A90-BEFE-CA8C593F5E7D}" dt="2026-05-28T11:07:52.144" v="2356" actId="12"/>
          <ac:spMkLst>
            <pc:docMk/>
            <pc:sldMk cId="3165177460" sldId="297"/>
            <ac:spMk id="11" creationId="{7F3E2CB0-E8FE-BA19-D25C-087DDE575E23}"/>
          </ac:spMkLst>
        </pc:spChg>
      </pc:sldChg>
      <pc:sldChg chg="modSp add mod">
        <pc:chgData name="Samuel Bukarica" userId="008b1422-63eb-415d-966e-182772c37da7" providerId="ADAL" clId="{435CE30E-272A-4A90-BEFE-CA8C593F5E7D}" dt="2026-05-28T11:09:41.644" v="2410" actId="113"/>
        <pc:sldMkLst>
          <pc:docMk/>
          <pc:sldMk cId="1008517309" sldId="298"/>
        </pc:sldMkLst>
        <pc:spChg chg="mod">
          <ac:chgData name="Samuel Bukarica" userId="008b1422-63eb-415d-966e-182772c37da7" providerId="ADAL" clId="{435CE30E-272A-4A90-BEFE-CA8C593F5E7D}" dt="2026-05-28T11:08:15.166" v="2358"/>
          <ac:spMkLst>
            <pc:docMk/>
            <pc:sldMk cId="1008517309" sldId="298"/>
            <ac:spMk id="2" creationId="{C2950833-8254-34A9-D3A2-FC29A078CD75}"/>
          </ac:spMkLst>
        </pc:spChg>
        <pc:spChg chg="mod">
          <ac:chgData name="Samuel Bukarica" userId="008b1422-63eb-415d-966e-182772c37da7" providerId="ADAL" clId="{435CE30E-272A-4A90-BEFE-CA8C593F5E7D}" dt="2026-05-28T11:09:41.644" v="2410" actId="113"/>
          <ac:spMkLst>
            <pc:docMk/>
            <pc:sldMk cId="1008517309" sldId="298"/>
            <ac:spMk id="11" creationId="{389CDC73-3F2E-83AE-E01B-E9EB469B7EA9}"/>
          </ac:spMkLst>
        </pc:spChg>
      </pc:sldChg>
      <pc:sldChg chg="addSp delSp modSp add del mod ord">
        <pc:chgData name="Samuel Bukarica" userId="008b1422-63eb-415d-966e-182772c37da7" providerId="ADAL" clId="{435CE30E-272A-4A90-BEFE-CA8C593F5E7D}" dt="2026-06-01T07:01:53.648" v="2432" actId="2696"/>
        <pc:sldMkLst>
          <pc:docMk/>
          <pc:sldMk cId="3851974064" sldId="299"/>
        </pc:sldMkLst>
      </pc:sldChg>
      <pc:sldChg chg="addSp delSp modSp add mod setBg setClrOvrMap">
        <pc:chgData name="Samuel Bukarica" userId="008b1422-63eb-415d-966e-182772c37da7" providerId="ADAL" clId="{435CE30E-272A-4A90-BEFE-CA8C593F5E7D}" dt="2026-06-01T07:00:24.302" v="2431" actId="20577"/>
        <pc:sldMkLst>
          <pc:docMk/>
          <pc:sldMk cId="2492241501" sldId="300"/>
        </pc:sldMkLst>
        <pc:spChg chg="mod">
          <ac:chgData name="Samuel Bukarica" userId="008b1422-63eb-415d-966e-182772c37da7" providerId="ADAL" clId="{435CE30E-272A-4A90-BEFE-CA8C593F5E7D}" dt="2026-05-26T12:37:45.873" v="2091" actId="1076"/>
          <ac:spMkLst>
            <pc:docMk/>
            <pc:sldMk cId="2492241501" sldId="300"/>
            <ac:spMk id="2" creationId="{ACAEEE52-39F4-8670-94DE-5C514CAEA941}"/>
          </ac:spMkLst>
        </pc:spChg>
        <pc:spChg chg="mod">
          <ac:chgData name="Samuel Bukarica" userId="008b1422-63eb-415d-966e-182772c37da7" providerId="ADAL" clId="{435CE30E-272A-4A90-BEFE-CA8C593F5E7D}" dt="2026-06-01T07:00:24.302" v="2431" actId="20577"/>
          <ac:spMkLst>
            <pc:docMk/>
            <pc:sldMk cId="2492241501" sldId="300"/>
            <ac:spMk id="3" creationId="{73891FF8-CF6B-45A3-6563-9EF78E027FCF}"/>
          </ac:spMkLst>
        </pc:spChg>
        <pc:spChg chg="add">
          <ac:chgData name="Samuel Bukarica" userId="008b1422-63eb-415d-966e-182772c37da7" providerId="ADAL" clId="{435CE30E-272A-4A90-BEFE-CA8C593F5E7D}" dt="2026-05-26T12:32:50.336" v="2061"/>
          <ac:spMkLst>
            <pc:docMk/>
            <pc:sldMk cId="2492241501" sldId="300"/>
            <ac:spMk id="4" creationId="{50F46754-C0ED-3BFC-031F-5313F903F4D0}"/>
          </ac:spMkLst>
        </pc:spChg>
        <pc:spChg chg="add">
          <ac:chgData name="Samuel Bukarica" userId="008b1422-63eb-415d-966e-182772c37da7" providerId="ADAL" clId="{435CE30E-272A-4A90-BEFE-CA8C593F5E7D}" dt="2026-05-26T12:36:47.089" v="2080" actId="26606"/>
          <ac:spMkLst>
            <pc:docMk/>
            <pc:sldMk cId="2492241501" sldId="300"/>
            <ac:spMk id="1046" creationId="{C1DD1A8A-57D5-4A81-AD04-532B043C5611}"/>
          </ac:spMkLst>
        </pc:spChg>
        <pc:spChg chg="add">
          <ac:chgData name="Samuel Bukarica" userId="008b1422-63eb-415d-966e-182772c37da7" providerId="ADAL" clId="{435CE30E-272A-4A90-BEFE-CA8C593F5E7D}" dt="2026-05-26T12:36:47.089" v="2080" actId="26606"/>
          <ac:spMkLst>
            <pc:docMk/>
            <pc:sldMk cId="2492241501" sldId="300"/>
            <ac:spMk id="1047" creationId="{007891EC-4501-44ED-A8C8-B11B6DB767AB}"/>
          </ac:spMkLst>
        </pc:spChg>
        <pc:picChg chg="add mod ord">
          <ac:chgData name="Samuel Bukarica" userId="008b1422-63eb-415d-966e-182772c37da7" providerId="ADAL" clId="{435CE30E-272A-4A90-BEFE-CA8C593F5E7D}" dt="2026-05-26T12:36:47.089" v="2080" actId="26606"/>
          <ac:picMkLst>
            <pc:docMk/>
            <pc:sldMk cId="2492241501" sldId="300"/>
            <ac:picMk id="9" creationId="{6BDDAED7-2DBA-1C58-794A-0BFCF12A6A4D}"/>
          </ac:picMkLst>
        </pc:picChg>
      </pc:sldChg>
      <pc:sldChg chg="addSp delSp modSp new mod setBg">
        <pc:chgData name="Samuel Bukarica" userId="008b1422-63eb-415d-966e-182772c37da7" providerId="ADAL" clId="{435CE30E-272A-4A90-BEFE-CA8C593F5E7D}" dt="2026-05-28T11:15:38.389" v="2422" actId="26606"/>
        <pc:sldMkLst>
          <pc:docMk/>
          <pc:sldMk cId="821597235" sldId="301"/>
        </pc:sldMkLst>
        <pc:spChg chg="add">
          <ac:chgData name="Samuel Bukarica" userId="008b1422-63eb-415d-966e-182772c37da7" providerId="ADAL" clId="{435CE30E-272A-4A90-BEFE-CA8C593F5E7D}" dt="2026-05-28T11:15:38.389" v="2422" actId="26606"/>
          <ac:spMkLst>
            <pc:docMk/>
            <pc:sldMk cId="821597235" sldId="301"/>
            <ac:spMk id="12" creationId="{42A4FC2C-047E-45A5-965D-8E1E3BF09BC6}"/>
          </ac:spMkLst>
        </pc:spChg>
        <pc:picChg chg="add mod">
          <ac:chgData name="Samuel Bukarica" userId="008b1422-63eb-415d-966e-182772c37da7" providerId="ADAL" clId="{435CE30E-272A-4A90-BEFE-CA8C593F5E7D}" dt="2026-05-28T11:15:38.389" v="2422" actId="26606"/>
          <ac:picMkLst>
            <pc:docMk/>
            <pc:sldMk cId="821597235" sldId="301"/>
            <ac:picMk id="10" creationId="{13107D62-07A4-EF96-3DC0-ED33A6799EF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8T13:13:31.83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859 8443 16383 0 0,'4'0'0'0'0,"18"0"0"0"0,31 0 0 0 0,25 0 0 0 0,26 0 0 0 0,11 0 0 0 0,-10 0 0 0 0,-18 0 0 0 0,-20 0 0 0 0,-18 0 0 0 0,-8 0 0 0 0,1 0 0 0 0,14 0 0 0 0,10 0 0 0 0,6 0 0 0 0,0 0 0 0 0,-10 0 0 0 0,-6 0 0 0 0,8 0 0 0 0,10 0 0 0 0,0 0 0 0 0,-8 0 0 0 0,-11 0 0 0 0,-7 0 0 0 0,1 0 0 0 0,9 0 0 0 0,6 0 0 0 0,6 0 0 0 0,-2 0 0 0 0,-7 0 0 0 0,-11 0 0 0 0,3 0 0 0 0,18 0 0 0 0,20 0 0 0 0,21 0 0 0 0,12 0 0 0 0,-4 0 0 0 0,-13 0 0 0 0,-16 0 0 0 0,-12 0 0 0 0,-11 0 0 0 0,-4 0 0 0 0,-2 0 0 0 0,3 0 0 0 0,1 0 0 0 0,-1 0 0 0 0,0 0 0 0 0,-3 0 0 0 0,5 0 0 0 0,12 0 0 0 0,13 0 0 0 0,7 0 0 0 0,8 0 0 0 0,10 0 0 0 0,10 0 0 0 0,13 0 0 0 0,7 0 0 0 0,8 0 0 0 0,6 0 0 0 0,0 0 0 0 0,-10 0 0 0 0,-18 0 0 0 0,-24 0 0 0 0,-26 0 0 0 0,-24 0 0 0 0,-8 0 0 0 0,-5 0 0 0 0,-3 0 0 0 0,5 0 0 0 0,14 0 0 0 0,18 0 0 0 0,11 0 0 0 0,7 0 0 0 0,-1 0 0 0 0,-4 0 0 0 0,-6 0 0 0 0,-1 0 0 0 0,-2 0 0 0 0,-4 0 0 0 0,-3 0 0 0 0,-2 0 0 0 0,3 0 0 0 0,13 0 0 0 0,24 0 0 0 0,30 0 0 0 0,23 0 0 0 0,20 0 0 0 0,12 0 0 0 0,4 0 0 0 0,5 0 0 0 0,1 0 0 0 0,0 0 0 0 0,8 0 0 0 0,2 0 0 0 0,2 0 0 0 0,1 0 0 0 0,-10 0 0 0 0,-11 0 0 0 0,-11 0 0 0 0,-14 0 0 0 0,-3 0 0 0 0,-7 0 0 0 0,-7 0 0 0 0,-9 0 0 0 0,-19 0 0 0 0,-23 0 0 0 0,-10 0 0 0 0,8 0 0 0 0,22 0 0 0 0,77 0 0 0 0,69 0 0 0 0,54 0 0 0 0,29 0 0 0 0,8 0 0 0 0,-14 0 0 0 0,-20 0 0 0 0,-14 0 0 0 0,-2 0 0 0 0,-6 0 0 0 0,-13 0 0 0 0,-17 0 0 0 0,-18 0 0 0 0,-21 0 0 0 0,-18 0 0 0 0,-14 0 0 0 0,-18 0 0 0 0,-8 0 0 0 0,-2 0 0 0 0,1 0 0 0 0,7 0 0 0 0,13 0 0 0 0,13 0 0 0 0,3 0 0 0 0,-2 0 0 0 0,-5 0 0 0 0,-9 0 0 0 0,-15 0 0 0 0,-9 0 0 0 0,-11 0 0 0 0,-8 0 0 0 0,-3 0 0 0 0,1 0 0 0 0,3 0 0 0 0,12 0 0 0 0,13 0 0 0 0,13 0 0 0 0,10 0 0 0 0,6 0 0 0 0,1 0 0 0 0,-8 0 0 0 0,-6 0 0 0 0,-4 0 0 0 0,2 0 0 0 0,4 0 0 0 0,1 0 0 0 0,-1 0 0 0 0,2 0 0 0 0,-5 0 0 0 0,-4 0 0 0 0,-1 0 0 0 0,-6 0 0 0 0,-5 0 0 0 0,11 0 0 0 0,2 0 0 0 0,0 0 0 0 0,-1 0 0 0 0,-3 0 0 0 0,-3 0 0 0 0,-4 0 0 0 0,-5 0 0 0 0,-4 0 0 0 0,-12 0 0 0 0,-29 0 0 0 0,-26 0 0 0 0,-7 0 0 0 0,13 0 0 0 0,15 0 0 0 0,23 0 0 0 0,22 0 0 0 0,27 0 0 0 0,16 0 0 0 0,3 0 0 0 0,-10 0 0 0 0,-25 0 0 0 0,-32 0 0 0 0,-22 0 0 0 0,-8 0 0 0 0,7 0 0 0 0,11 0 0 0 0,9 0 0 0 0,0 0 0 0 0,-5 0 0 0 0,-16 0 0 0 0,-17 0 0 0 0,-11 0 0 0 0,-3 0 0 0 0,2 0 0 0 0,13 0 0 0 0,12 0 0 0 0,-4 0 0 0 0,-10 0 0 0 0,-16 0 0 0 0,-20 0 0 0 0,-19 0 0 0 0,-3 0 0 0 0,9 0 0 0 0,20 0 0 0 0,15 0 0 0 0,12 0 0 0 0,4 0 0 0 0,-2 0 0 0 0,2 0 0 0 0,9 0 0 0 0,13 0 0 0 0,12 0 0 0 0,10 0 0 0 0,2 0 0 0 0,-9 0 0 0 0,-19 0 0 0 0,-27 0 0 0 0,-27 0 0 0 0,-20 0 0 0 0,-7 0 0 0 0,0 0 0 0 0,4 0 0 0 0,0 0 0 0 0,4 0 0 0 0,-1 0 0 0 0,-6 0 0 0 0,-4 0 0 0 0,3 0 0 0 0,8 0 0 0 0,15 0 0 0 0,12 0 0 0 0,2 0 0 0 0,8 0 0 0 0,4 0 0 0 0,4 0 0 0 0,2 0 0 0 0,0 0 0 0 0,-12 0 0 0 0,-8 0 0 0 0,-11 0 0 0 0,-10 0 0 0 0,-13 0 0 0 0,-6 0 0 0 0,5 0 0 0 0,14 0 0 0 0,21 0 0 0 0,21 0 0 0 0,4 0 0 0 0,-1 0 0 0 0,-10 0 0 0 0,-15 0 0 0 0,-21 0 0 0 0,-27 0 0 0 0,-19 0 0 0 0,-17 0 0 0 0,-9 0 0 0 0,-3 0 0 0 0,-4 0 0 0 0,-13 0 0 0 0,-5 0 0 0 0,-1 0 0 0 0,0 0 0 0 0,2 0 0 0 0,7 0 0 0 0,2 0 0 0 0,1 0 0 0 0,5 0 0 0 0,4 0 0 0 0,5 0 0 0 0,3 0 0 0 0,3 0 0 0 0,1 0 0 0 0,1 0 0 0 0,-1 0 0 0 0,1 0 0 0 0,0 0 0 0 0,0 0 0 0 0,-1 0 0 0 0,-4 0 0 0 0,-10 0 0 0 0,-14 0 0 0 0,-12 0 0 0 0,-2 0 0 0 0,5 0 0 0 0,10 0 0 0 0,8 0 0 0 0,9 0 0 0 0,5 0 0 0 0,4 0 0 0 0,1 0 0 0 0,2 0 0 0 0,0 0 0 0 0,0 0 0 0 0,-1 0 0 0 0,-5 0 0 0 0,-9 0 0 0 0,-3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CA2A2-D8E2-445B-9948-38ABC3936E2A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F8518-5355-495F-BC87-7ED6196B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4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79D1-C99F-25A6-CA03-FCAF9E37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5B1B3AC-8518-3890-419B-110C18E53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017AC38-C64E-51FB-DD8A-660997EF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3CD8D4-8201-A425-7A99-7D28A06F5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F8518-5355-495F-BC87-7ED6196B2E0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892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F8518-5355-495F-BC87-7ED6196B2E0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00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0047A3-6737-6E9B-D660-EB26A8FD4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A6076A7-D07E-BAA5-8712-17910795B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0A650C-5F66-AA93-74E0-980870D3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0D7494-E22B-6D31-FF5D-A771C26E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1E4FC8-D13F-C08D-260B-1CE2C72B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0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A17B0-75B8-AD86-3E3F-460700B7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CB6552-F47B-DB80-E1D3-18A2D2F4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9D543-4DE5-C44D-74E1-FF7C6BD2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9C9FDF-E96D-ED2F-4F77-5B28D330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B58B42-A2B2-D34B-8133-DD0E1E2B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007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8CA4D5-75DA-EFB6-4578-D6C610856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1B8D16-C57A-BA47-171F-FA16321E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7E202E-D0B1-C153-281A-A388BBB4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A4832F-9E09-F5F8-AB28-0CC5D6D0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45032A-118B-51AE-A00C-C23B06704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6001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38E90D-05BA-9F9C-2937-7227D9029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99F61D-42D7-0A0A-F07C-94FFB82F0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CC8207-3A18-0279-14A3-FF0535D54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1738F0-50D6-FBF6-C186-B3C21EF5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43303E-27C2-3DC4-EC27-9F4A8359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D7A8FD-AF8E-3871-134E-F467130C0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33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01B9A-4896-D523-9FCE-EB3624BA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A4767B-849C-65DD-C7E0-02C3CE91F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0534AC-02CA-D4BE-4C4C-FD803A3D8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7AE315-B936-E7E4-D10E-A02475A4D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F3E0DF0-A68F-5058-97A8-4BC74B041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3FB700E-0BFD-207E-DE6A-3FD81020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4EFF0F-3CCE-823C-AED0-2121754E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9C7305-1A78-6C02-D3BD-7E669BA5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891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B021D-8B5C-3732-C8E0-E8D3BC366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D1752E-4D31-B9C8-00BD-6463B89E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0487B4-9807-0659-1DEC-280F49E7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80FD2-BD13-0475-2C1D-E1260066D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09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F5D67DE-C4E8-8F4B-0918-E9CF3952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8B9F0C-6DA8-4000-8C42-D5571CC9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156036-1221-7D65-E1F1-0C4E5CA3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456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B42E1-78BD-35AD-6B4B-003A28DE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E8AAB6-66F5-16F9-DA15-78041DC5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81CACB-F947-0FD7-8B3C-78E5DD825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786C5F-884E-B926-1EB5-1A4DC601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62166F-0DF3-672A-6188-58E22EA8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4A5B58-BB33-941E-AA2B-E770363B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90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37346-B23C-B822-34F4-E02B32FA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A52B48-CC5A-3FA7-B7B7-D58BC5140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5AFE19-CD1E-76B3-5DCF-1D9337F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C856B6-16F8-ACE2-9FB4-690D6443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B0F23B-71AB-72E7-A459-951A6726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3716A6-425C-25B4-750F-74D00371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39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FBD84-C778-3D5F-0D6A-636C4F71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4AE5AA9-8D03-14C4-141B-23F9A6328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324FF-0471-8CF9-34A9-8EE4CFDA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4FEEF2-2A92-14C2-66CE-B30EF71D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D15CA9-8293-95CC-E099-2F59F97A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57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5E999ED-3D1C-86D2-A78E-792A27383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F5BB6C-18DC-727D-EE62-A86A3A11E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C8A905-290D-7F89-526B-BC9EC720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AB75AF-A0C0-4446-3D8E-5BC45C5B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310930-2020-B714-62F1-8634D40D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3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07FC03-14A6-6BFE-2545-0DF77210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727AC9-0B83-F034-BA2A-8013E193E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D3A14F-ABF1-F0A1-0F38-513E170F61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0814D-0F05-4748-8313-98A4E372C1E4}" type="datetimeFigureOut">
              <a:rPr lang="de-DE" smtClean="0"/>
              <a:t>01.06.2026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E87846-BBA9-A5E1-30C7-C04ADCC0B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D57D38-EA00-DA7E-CC2A-191C7AA38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18049-5F98-4BA8-A7B0-41C71C36AB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53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C1D2C7-F8E6-AA6C-13A2-5119F84A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4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DDAED7-2DBA-1C58-794A-0BFCF12A6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47" name="Rectangle 104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AEEE52-39F4-8670-94DE-5C514CAEA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65067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de-DE" sz="7200" dirty="0">
                <a:solidFill>
                  <a:schemeClr val="accent6"/>
                </a:solidFill>
                <a:latin typeface="Berlin Sans FB Demi" panose="020E0802020502020306" pitchFamily="34" charset="0"/>
                <a:cs typeface="72 Black" panose="020B0A04030603020204" pitchFamily="34" charset="0"/>
              </a:rPr>
              <a:t>Projekt Escape the Forest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891FF8-CF6B-45A3-6563-9EF78E027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771" y="436668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endParaRPr lang="de-DE" sz="2200" dirty="0">
              <a:solidFill>
                <a:srgbClr val="FFFFFF"/>
              </a:solidFill>
              <a:latin typeface="Berlin Sans FB Demi" panose="020E0802020502020306" pitchFamily="34" charset="0"/>
              <a:ea typeface="Segoe UI"/>
              <a:cs typeface="Segoe UI"/>
            </a:endParaRPr>
          </a:p>
          <a:p>
            <a:r>
              <a:rPr lang="de-DE" sz="2800" dirty="0">
                <a:solidFill>
                  <a:schemeClr val="accent6"/>
                </a:solidFill>
                <a:latin typeface="Berlin Sans FB Demi" panose="020E0802020502020306" pitchFamily="34" charset="0"/>
              </a:rPr>
              <a:t>4H  16.04 – 1.06.2026</a:t>
            </a:r>
            <a:endParaRPr lang="en-US" sz="2800" dirty="0">
              <a:solidFill>
                <a:schemeClr val="accent6"/>
              </a:solidFill>
              <a:latin typeface="Berlin Sans FB Demi" panose="020E0802020502020306" pitchFamily="34" charset="0"/>
            </a:endParaRPr>
          </a:p>
          <a:p>
            <a:r>
              <a:rPr lang="de-DE" sz="2800" dirty="0">
                <a:solidFill>
                  <a:schemeClr val="accent6"/>
                </a:solidFill>
                <a:latin typeface="Berlin Sans FB Demi" panose="020E0802020502020306" pitchFamily="34" charset="0"/>
              </a:rPr>
              <a:t>Samuel B. | Florian Gr. | Florian H. | Pascal V</a:t>
            </a:r>
            <a:r>
              <a:rPr lang="de-DE" dirty="0">
                <a:solidFill>
                  <a:schemeClr val="accent6"/>
                </a:solidFill>
                <a:latin typeface="Berlin Sans FB Demi" panose="020E0802020502020306" pitchFamily="34" charset="0"/>
              </a:rPr>
              <a:t>.</a:t>
            </a:r>
          </a:p>
        </p:txBody>
      </p:sp>
      <p:sp>
        <p:nvSpPr>
          <p:cNvPr id="4" name="AutoShape 2" descr="Flucht aus dem verwunschenen Wald">
            <a:extLst>
              <a:ext uri="{FF2B5EF4-FFF2-40B4-BE49-F238E27FC236}">
                <a16:creationId xmlns:a16="http://schemas.microsoft.com/office/drawing/2014/main" id="{50F46754-C0ED-3BFC-031F-5313F903F4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224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572E-CF8C-D18F-5CC2-29ED3155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CB209B-3665-615B-11B4-4B8FCA92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Autofit/>
          </a:bodyPr>
          <a:lstStyle/>
          <a:p>
            <a:r>
              <a:rPr lang="de-DE" dirty="0"/>
              <a:t>Escape the Forest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88B3C16C-0411-BA32-774D-7855AD42E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0B3115C7-0CEB-AFFB-5563-31E2F378F4CB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FF2CCBA-76D5-C1E9-9EFF-3B53A6C2BA31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839878C-7A81-E48F-C054-20C3E49CB189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CC08FBB5-47F1-7758-9012-07BDF5094B64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AB580D-D063-D4E9-EE93-9239786C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6DE5D80-1A79-87C4-B3DE-AFE5A1580FD3}"/>
              </a:ext>
            </a:extLst>
          </p:cNvPr>
          <p:cNvSpPr txBox="1"/>
          <p:nvPr/>
        </p:nvSpPr>
        <p:spPr>
          <a:xfrm>
            <a:off x="843280" y="1422400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Technische Umsetzung eines Java-Textadventures</a:t>
            </a:r>
          </a:p>
          <a:p>
            <a:r>
              <a:rPr lang="de-DE" sz="2000" dirty="0"/>
              <a:t>Escape the Forest ist ein konsolenbasiertes Textadventure, bei dem der Fokus nicht auf Grafik, sondern auf sauberer Softwareentwicklung liegt.</a:t>
            </a:r>
          </a:p>
          <a:p>
            <a:endParaRPr lang="de-DE" sz="2000" dirty="0"/>
          </a:p>
          <a:p>
            <a:r>
              <a:rPr lang="de-DE" sz="2000" b="1" dirty="0"/>
              <a:t>Projekt-Schwerpunkte: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Objektorientierte Programmierung 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Konsolenbasierte Ein- und Ausgabe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Saubere Klassenstruktur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Design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Automatisierte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Datenhaltung mit Speichern, Laden und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Zusammenarbeit über GitHub</a:t>
            </a:r>
          </a:p>
        </p:txBody>
      </p:sp>
    </p:spTree>
    <p:extLst>
      <p:ext uri="{BB962C8B-B14F-4D97-AF65-F5344CB8AC3E}">
        <p14:creationId xmlns:p14="http://schemas.microsoft.com/office/powerpoint/2010/main" val="2345990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5A8F1-9675-E458-FD06-372E68F8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E11021-F3B7-6C86-6E50-3996508C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Autofit/>
          </a:bodyPr>
          <a:lstStyle/>
          <a:p>
            <a:r>
              <a:rPr lang="de-DE" dirty="0"/>
              <a:t>Ziel des Projekts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D99400F0-38B3-DB62-7604-EC28F780E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DFAD4D6E-B169-A7C9-D17C-CE14E30A3E54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276F1F3-7B80-3B06-773F-BB3FEE9149CE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9C8016A9-6FBC-58A4-A9F0-F2104B23B632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A5612168-161C-5BE7-612E-1B4D98F0CDA4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1688CB-059B-FEB2-13D0-3096C516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4534221-F16E-CCF3-1942-1076506929F6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Entwicklung eines spielbaren Textadventures, das vollständig über Konsoleneingaben gesteuert wird.</a:t>
            </a:r>
          </a:p>
          <a:p>
            <a:r>
              <a:rPr lang="de-DE" sz="2000" dirty="0"/>
              <a:t>Der Schwerpunkt liegt auf der technischen Umsetzung. Das Spiel soll zeigen, wie man eine eigene Spielidee mit objektorientierter Struktur, Tests, Design Patterns und Datenhaltung sauber umsetzt.</a:t>
            </a:r>
          </a:p>
          <a:p>
            <a:endParaRPr lang="de-DE" sz="2000" dirty="0"/>
          </a:p>
          <a:p>
            <a:r>
              <a:rPr lang="de-DE" sz="2000" b="1" dirty="0"/>
              <a:t>Wichtige Anforderungen: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spielbarer Hauptablauf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objektorientiertes Klassenmodell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mindestens 5 Räume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mindestens 4 Gegenstände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mindestens 2 NPCs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mindestens 2 mögliche Enden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Inventarsystem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SQL-Datenbank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automatisierte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GitHub-Dokumentation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94920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3D853-513F-F9B6-23D0-710DF701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86A6F0-8CDF-5734-5FA8-2996F949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Spielidee als technischer Kontext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FFA48CFF-F99D-544F-132B-5DAAE07C8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E72A0D39-ED0F-3311-A4FE-FE74FDA5247B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616A570-20A4-716A-8BE2-72E77033C35F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05AF9F9C-F97A-0909-6478-96061D79AE94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22D9ED88-9000-AF7B-807E-2A38F6CA32BD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F68C5B-7DCC-A8D3-15D1-C63A0B89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E50C0A0-86F2-CD32-E641-D7D197D0960E}"/>
              </a:ext>
            </a:extLst>
          </p:cNvPr>
          <p:cNvSpPr txBox="1"/>
          <p:nvPr/>
        </p:nvSpPr>
        <p:spPr>
          <a:xfrm>
            <a:off x="843280" y="1422400"/>
            <a:ext cx="105156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Ein Textadventure eignet sich gut für dieses Projekt, weil viele Inhalte klar als Objekte modelliert werden können.</a:t>
            </a:r>
          </a:p>
          <a:p>
            <a:endParaRPr lang="de-DE" sz="2000" dirty="0"/>
          </a:p>
          <a:p>
            <a:r>
              <a:rPr lang="de-DE" sz="2000" b="1" dirty="0"/>
              <a:t>Technisch gut abbildbar durch: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Räume als Room-Objekte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Gegenstände als Item-Objekte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Spieler als Player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Inventar als eigene Klasse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NPCs mit austauschbaren Dialogen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Befehle über CommandParser oder Commands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Spielzustand für Speichern und Laden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Vorteil:</a:t>
            </a:r>
          </a:p>
          <a:p>
            <a:r>
              <a:rPr lang="de-DE" sz="2000" dirty="0"/>
              <a:t>Der Fokus liegt auf Spiellogik, Architektur und Erweiterbarkeit statt auf grafischer Darstellung.</a:t>
            </a:r>
          </a:p>
        </p:txBody>
      </p:sp>
    </p:spTree>
    <p:extLst>
      <p:ext uri="{BB962C8B-B14F-4D97-AF65-F5344CB8AC3E}">
        <p14:creationId xmlns:p14="http://schemas.microsoft.com/office/powerpoint/2010/main" val="229071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2989-94F9-3070-B285-B3E00CD7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EF9B97-13C7-F23B-C36A-0D5AD705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Kurzkonzept von Escape the Forest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5C12BAD6-6BB3-5BE0-88DE-CFD3E7EEF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1B6D3A8F-E553-A84A-35C8-AAB31A3A6954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A5A4CBB-A8A2-AD68-D008-9591C40F6F35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5BE1651-4656-3F56-C2DF-01B417A1048A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D500AA97-281A-CA2D-64FC-6075C1A6C320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06A71F-BBCE-154F-3113-708263DA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065A8AF-790A-C067-4FDD-B814FF7F132F}"/>
              </a:ext>
            </a:extLst>
          </p:cNvPr>
          <p:cNvSpPr txBox="1"/>
          <p:nvPr/>
        </p:nvSpPr>
        <p:spPr>
          <a:xfrm>
            <a:off x="843280" y="1422400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Der Spieler wacht in einem mysteriösen Wald auf und muss einen Weg nach draußen finden.</a:t>
            </a:r>
          </a:p>
          <a:p>
            <a:endParaRPr lang="de-DE" sz="2000" dirty="0"/>
          </a:p>
          <a:p>
            <a:r>
              <a:rPr lang="de-DE" sz="2000" dirty="0"/>
              <a:t>Dabei erkundet er verschiedene Orte, sammelt Gegenstände, spricht mit Figuren und löst Rätsel. Bestimmte Entscheidungen und Items beeinflussen, ob der Spieler entkommen kann.</a:t>
            </a:r>
          </a:p>
          <a:p>
            <a:endParaRPr lang="de-DE" sz="2000" dirty="0"/>
          </a:p>
          <a:p>
            <a:r>
              <a:rPr lang="de-DE" sz="2000" b="1" dirty="0"/>
              <a:t>Gameplay-Elemente: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Navigation zwischen Räumen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Items aufnehmen und verwenden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NPCs ansprechen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Hinweise sammeln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Schlüsselmechanik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verschiedene mögliche 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Technischer Nutzen:</a:t>
            </a:r>
          </a:p>
          <a:p>
            <a:r>
              <a:rPr lang="de-DE" sz="2000" dirty="0"/>
              <a:t>Diese Elemente lassen sich gut in Klassen, Methoden und Tests aufteilen.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87154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4C5B-D9C1-7708-4108-5C2FB006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9C3D47-3FBB-9D1C-8015-3821228B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Klassenmodell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6E79A152-4C36-A795-6355-C74812CBEC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008805B-27FB-B4A0-ABD6-56011F3C4368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AC7302C-5533-A18A-09F1-9E503568989C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D4418B12-9694-4881-11F9-3756AD545394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C5FF913A-5A57-BB64-5763-1432BB8C8B7B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9A9E2C-D312-F889-CDA9-A897E4B2D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70F7892-BD95-86EB-411F-31B01BF44B5C}"/>
              </a:ext>
            </a:extLst>
          </p:cNvPr>
          <p:cNvSpPr txBox="1"/>
          <p:nvPr/>
        </p:nvSpPr>
        <p:spPr>
          <a:xfrm>
            <a:off x="843280" y="1422400"/>
            <a:ext cx="10515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Objektorientierte Struktur</a:t>
            </a:r>
          </a:p>
          <a:p>
            <a:r>
              <a:rPr lang="de-DE" sz="2000" dirty="0"/>
              <a:t>Das Projekt ist in mehrere Klassen aufgeteilt. Jede Klasse übernimmt eine eigene Verantwortung.</a:t>
            </a:r>
          </a:p>
          <a:p>
            <a:endParaRPr lang="de-DE" sz="2000" b="1" dirty="0"/>
          </a:p>
          <a:p>
            <a:r>
              <a:rPr lang="de-DE" sz="2000" b="1" dirty="0"/>
              <a:t>Zentrale Klassen: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Game – startet das Spiel und erstellt die Spielwelt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Player – verwaltet Position, Inventar und Spielfortschritt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Room – stellt Orte mit Ausgängen, Items und NPCs 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Item – beschreibt Gegenstände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Inventory – verwaltet gesammelte Items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NPC – stellt Figuren im Spiel 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CommandParser – verarbeitet Benutzereingaben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TalkStrategy – Interface für Dialogverhalten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Ziel: </a:t>
            </a:r>
          </a:p>
          <a:p>
            <a:r>
              <a:rPr lang="de-DE" sz="2000" dirty="0"/>
              <a:t>Der Code soll übersichtlich, testbar und erweiterbar bleiben.</a:t>
            </a:r>
          </a:p>
        </p:txBody>
      </p:sp>
    </p:spTree>
    <p:extLst>
      <p:ext uri="{BB962C8B-B14F-4D97-AF65-F5344CB8AC3E}">
        <p14:creationId xmlns:p14="http://schemas.microsoft.com/office/powerpoint/2010/main" val="374843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DCC8-D855-6128-8DF5-4DEB8E41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A6EBC-8D81-F8A4-2FDE-53FC081A3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Verantwortlichkeiten der Klassen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5E044C67-2BA8-8A96-8575-4A1F0C731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FB5E182D-2E69-1E55-A70F-F427A0F7E6E2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CC77070-552F-EEED-3C6B-D7F6DBAC37E5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46E025C3-4FDB-5A1C-2B2C-EB35BE67D551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0E9EC1AB-A028-2E25-321F-3FB9433FFD48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93C8F1-9D28-F4B6-B8D8-E229D9C1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AE03A90-906C-C3C5-60E5-F63C45C5DFB8}"/>
              </a:ext>
            </a:extLst>
          </p:cNvPr>
          <p:cNvSpPr txBox="1"/>
          <p:nvPr/>
        </p:nvSpPr>
        <p:spPr>
          <a:xfrm>
            <a:off x="843280" y="1422400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Klare Aufgabenverteilung</a:t>
            </a:r>
          </a:p>
          <a:p>
            <a:r>
              <a:rPr lang="de-DE" sz="2000" dirty="0"/>
              <a:t>Die Klassen wurden so aufgeteilt, dass nicht eine Klasse alles übernimmt.</a:t>
            </a:r>
          </a:p>
          <a:p>
            <a:endParaRPr lang="de-DE" sz="2000" dirty="0"/>
          </a:p>
          <a:p>
            <a:r>
              <a:rPr lang="de-DE" sz="2000" b="1" dirty="0"/>
              <a:t>Beispiele: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Game erstellt Räume, Items, NPCs und startet das Spiel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CommandParser liest Eingaben und ruft passende Aktionen auf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Player bewegt sich zwischen Räumen und besitzt ein Inventar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Room speichert Ausgänge, Items und NPCs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Inventory verwaltet nur die gesammelten Gegenstände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NPC nutzt eine Dialogstrategie für Gespräche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Warum ist das sinnvoll?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bessere Lesbarkeit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weniger Chaos im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einzelne Klassen sind besser testbar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neue Features können leichter ergänzt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Grundlage für SOLID-Prinzipien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05162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AB9AA-ED2D-49D5-E4FA-EA9D8FBBC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39E89-9E3A-DFC1-E665-6716E61B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SOLID-Prinzipien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BF748EFB-B332-004D-67C9-A92489534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B0D1CE3-F2DE-08D0-3FAC-5B08EC57DBC2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FD2FDC9-FF41-4872-6861-EC341867B006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9CFC0AA6-5916-0A10-2277-ED77859E4FD5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EBD58F6B-F90E-B7BA-47CE-5CFF2EF64C45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B475EF-966A-529C-7863-A2B6F0EEB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8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AC5C1B5-0709-72A8-73AF-971D56CA6DEC}"/>
              </a:ext>
            </a:extLst>
          </p:cNvPr>
          <p:cNvSpPr txBox="1"/>
          <p:nvPr/>
        </p:nvSpPr>
        <p:spPr>
          <a:xfrm>
            <a:off x="843280" y="1422400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Saubere Softwarearchitektur</a:t>
            </a:r>
          </a:p>
          <a:p>
            <a:r>
              <a:rPr lang="de-DE" sz="2000" dirty="0"/>
              <a:t>Bei der Umsetzung wurde darauf geachtet, dass Klassen möglichst klare Aufgaben haben und nicht zu stark voneinander abhängig sind.</a:t>
            </a:r>
          </a:p>
          <a:p>
            <a:endParaRPr lang="de-DE" sz="2000" b="1" dirty="0"/>
          </a:p>
          <a:p>
            <a:r>
              <a:rPr lang="de-DE" sz="2000" b="1" dirty="0"/>
              <a:t>Beispiele im Projekt: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Single Responsibility Principle: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de-DE" sz="2000" dirty="0"/>
              <a:t>Inventory kümmert sich nur um Items im Inventar.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Open/Closed Principle: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de-DE" sz="2000" dirty="0"/>
              <a:t>Neue Dialogarten können über neue TalkStrategy-Klassen ergänzt werden.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Dependency Inversion: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de-DE" sz="2000" dirty="0"/>
              <a:t>NPC kann mit dem Interface TalkStrategy arbeiten, statt direkt von einer konkreten Dialogklasse abhängig zu sein.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Nutzen:</a:t>
            </a:r>
          </a:p>
          <a:p>
            <a:r>
              <a:rPr lang="de-DE" sz="2000" dirty="0"/>
              <a:t>Der Code ist leichter wartbar, verständlicher und besser erweiterbar.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263614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2A749-7F2E-5AEA-D9A9-EEAD9D77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FE2682-FF73-EFA2-0963-0387FD8C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Spielwelt technisch umgesetzt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718EB2B3-24A9-97BB-30D8-AE5C10103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19B07CAC-9FE1-2ED9-C03E-92DE60F0083A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961169C-0D9A-CD80-F4F0-1E2B855FE164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1C2392F-CA6C-A32C-32FA-D9F3D03F8E87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9AE7AFC5-B735-462D-98A4-07972998B350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11D5CE-B714-5D27-1E17-51D8DC425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9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C3406A-B3D7-B467-032D-5860FA338FBD}"/>
              </a:ext>
            </a:extLst>
          </p:cNvPr>
          <p:cNvSpPr txBox="1"/>
          <p:nvPr/>
        </p:nvSpPr>
        <p:spPr>
          <a:xfrm>
            <a:off x="843280" y="1422400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Die Spielwelt besteht aus mehreren Room-Objekten. Jeder Raum kennt seine Ausgänge und kann Items oder NPCs enthalten.</a:t>
            </a:r>
          </a:p>
          <a:p>
            <a:endParaRPr lang="de-DE" sz="2000" dirty="0"/>
          </a:p>
          <a:p>
            <a:r>
              <a:rPr lang="de-DE" sz="2000" b="1" dirty="0"/>
              <a:t>Technische Umsetzung: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Räume werden als Objekte erstellt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Ausgänge werden in einer Map&lt;String, Room&gt; gespeichert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Richtungen sind Schlüssel, z. B. norden, </a:t>
            </a:r>
            <a:r>
              <a:rPr lang="de-DE" sz="2000" dirty="0" err="1"/>
              <a:t>süden</a:t>
            </a:r>
            <a:r>
              <a:rPr lang="de-DE" sz="2000" dirty="0"/>
              <a:t>, osten, westen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Items werden in einer Liste gespeichert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NPCs werden ebenfalls in einer Liste gespeichert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Beispiel: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Wald → Osten → Höhle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Höhle → Westen → Wald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Höhle → Osten → Ausgang</a:t>
            </a:r>
          </a:p>
          <a:p>
            <a:endParaRPr lang="de-DE" sz="2000" dirty="0"/>
          </a:p>
          <a:p>
            <a:r>
              <a:rPr lang="de-DE" sz="2000" b="1" dirty="0"/>
              <a:t>Warum so?</a:t>
            </a:r>
          </a:p>
          <a:p>
            <a:r>
              <a:rPr lang="de-DE" sz="2000" dirty="0"/>
              <a:t>Die Karte kann flexibel erweitert werden, ohne die Bewegungslogik komplett umzuschreiben.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62360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4A97A-2A76-FE8D-DDE3-B30FC0F7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0BDAA0-3EF0-4D10-FFB2-84C08984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Inventar und Items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E2B1265E-3C25-57E5-2798-427DE56BF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82168A0-8B2F-00B6-48C7-64018EAF625C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0A41341-6F18-C538-88E0-0558D74CEB96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5A2BBB1-3CA8-1C31-D73A-CF11EE6CF18C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891F78BA-F5C9-ED6F-A49B-2AA773463549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AF74AE-BC27-65FB-BAD8-F458843C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10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D5EA71F-424A-BF28-6C4F-6CA9A5B07C69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Items sind wichtig für Fortschritt, Rätsel und Endbedingungen. Deshalb gibt es eine eigene Inventory-Klasse.</a:t>
            </a:r>
          </a:p>
          <a:p>
            <a:endParaRPr lang="de-DE" sz="2000" dirty="0"/>
          </a:p>
          <a:p>
            <a:r>
              <a:rPr lang="de-DE" sz="2000" b="1" dirty="0"/>
              <a:t>Technische Umsetzung:</a:t>
            </a:r>
            <a:endParaRPr lang="de-D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Item speichert: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Name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Beschreibung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optional Anzeige-Name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Inventory verwaltet: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Liste von Items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Hinzufügen/Entfernen von Items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Suchen von Items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de-DE" sz="2000" dirty="0"/>
              <a:t>Prüfen, ob ein Item vorhanden 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Warum eigene Klasse?</a:t>
            </a:r>
          </a:p>
          <a:p>
            <a:r>
              <a:rPr lang="de-DE" sz="2000" dirty="0"/>
              <a:t>Das Inventar ist dadurch unabhängig vom Spieler testbar und kann später erweitert werden, z. B. durch Item-Kategorien oder maximale Inventargröße.</a:t>
            </a:r>
          </a:p>
        </p:txBody>
      </p:sp>
    </p:spTree>
    <p:extLst>
      <p:ext uri="{BB962C8B-B14F-4D97-AF65-F5344CB8AC3E}">
        <p14:creationId xmlns:p14="http://schemas.microsoft.com/office/powerpoint/2010/main" val="125281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AF56A-117A-363E-0167-AEDAC6A4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AD523-57C4-9954-8456-9A046709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Command Parser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B5EF623B-71E2-D58D-2673-ADA532D2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CFDC0F4B-6F3B-8981-202B-375CDA197488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5FF68C1-B8DD-BFEA-CD2D-990A3AD61F3E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8A18103F-79DB-89C7-DC54-B8C9C79C512D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CF385D95-6F22-846D-86C5-5E7CCD579A40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8BA319-71DD-6F96-51B8-7CFBF1D4B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11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0D80005-BFF7-4B89-7E74-696BF6C5D5A2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Der CommandParser verbindet die Konsoleneingaben des Spielers mit der Spiellogik.</a:t>
            </a:r>
          </a:p>
          <a:p>
            <a:endParaRPr lang="de-DE" sz="2000" dirty="0"/>
          </a:p>
          <a:p>
            <a:r>
              <a:rPr lang="de-DE" sz="2000" b="1" dirty="0"/>
              <a:t>Aufgaben: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Eingabe aus der Konsole lesen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Befehl und Argument trennen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gültige Befehle erkennen und passende Methode aufrufen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Fehlermeldungen bei ungültigen Eingaben ausgeben</a:t>
            </a:r>
          </a:p>
          <a:p>
            <a:endParaRPr lang="de-DE" sz="2000" dirty="0"/>
          </a:p>
          <a:p>
            <a:r>
              <a:rPr lang="de-DE" sz="2000" b="1" dirty="0"/>
              <a:t>Beispielbefehle: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gehe norden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nimm schluessel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Inventar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Hilfe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/>
          </a:p>
          <a:p>
            <a:r>
              <a:rPr lang="de-DE" sz="2000" b="1" dirty="0"/>
              <a:t>Technischer Fokus:</a:t>
            </a:r>
          </a:p>
          <a:p>
            <a:r>
              <a:rPr lang="de-DE" sz="2000" dirty="0"/>
              <a:t>Der Parser greift auf Player, Room, Inventory und NPC zu und steuert damit den Spielablauf.</a:t>
            </a:r>
          </a:p>
        </p:txBody>
      </p:sp>
    </p:spTree>
    <p:extLst>
      <p:ext uri="{BB962C8B-B14F-4D97-AF65-F5344CB8AC3E}">
        <p14:creationId xmlns:p14="http://schemas.microsoft.com/office/powerpoint/2010/main" val="991334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66E63-1B5F-13F6-EFD8-03DF87C75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F9D81-59E3-920C-09E4-85978487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Warum Strategy Pattern?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1A5C9807-6BF2-3F35-81C8-EBFD7D701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F1DB5F9D-AEBA-56CC-7382-348832A8CE6A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BC0A9D4-424A-43F0-B447-149BD95AD5D9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1AD819E-1A96-995F-6828-72E237AA853C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E2425E2E-C9EF-DC62-E5A7-A8C6BEDFEAC4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63B4E6-C7BF-8297-DD53-6B20536E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12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534EABF-0B83-75DA-A6CB-492B35AA2107}"/>
              </a:ext>
            </a:extLst>
          </p:cNvPr>
          <p:cNvSpPr txBox="1"/>
          <p:nvPr/>
        </p:nvSpPr>
        <p:spPr>
          <a:xfrm>
            <a:off x="843280" y="1422400"/>
            <a:ext cx="105156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Das Strategy Pattern wird für NPC-Dialoge verwendet.</a:t>
            </a:r>
          </a:p>
          <a:p>
            <a:endParaRPr lang="de-DE" sz="2000" dirty="0"/>
          </a:p>
          <a:p>
            <a:r>
              <a:rPr lang="de-DE" sz="2000" b="1" dirty="0"/>
              <a:t>Problem ohne Pattern:</a:t>
            </a:r>
          </a:p>
          <a:p>
            <a:r>
              <a:rPr lang="de-DE" sz="2000" dirty="0"/>
              <a:t>Wenn alle Dialoge direkt in der NPC-Klasse stehen, wird diese Klasse schnell unübersichtlich. Außerdem müsste man die Klasse jedes Mal ändern, wenn ein NPC ein anderes Dialogverhalten bekommt. Lösung =&gt; Die Dialoglogik wird in eigene Strategie-Klassen ausgelagert.</a:t>
            </a:r>
          </a:p>
          <a:p>
            <a:endParaRPr lang="de-DE" sz="2000" dirty="0"/>
          </a:p>
          <a:p>
            <a:r>
              <a:rPr lang="de-DE" sz="2000" b="1" dirty="0"/>
              <a:t>Beispiele: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DefaultTalkStrategy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de-DE" sz="2000" dirty="0"/>
              <a:t>Gibt immer denselben Dialog zurück.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HintTalkStrategy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de-DE" sz="2000" dirty="0"/>
              <a:t>Prüft den Spielerzustand und gibt abhängig vom Inventar andere Hinweise.</a:t>
            </a:r>
          </a:p>
          <a:p>
            <a:endParaRPr lang="de-DE" sz="2000" dirty="0"/>
          </a:p>
          <a:p>
            <a:r>
              <a:rPr lang="de-DE" sz="2000" b="1" dirty="0"/>
              <a:t>Warum sinnvoll?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NPC-Klasse bleibt einfach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Dialogverhalten ist austauschbar/neue Dialogarten sind leicht ergänzbar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unterstützt das Open/Closed Principle</a:t>
            </a:r>
            <a:endParaRPr lang="de-DE" sz="2000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3138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BC44-280A-EB2E-1EF6-4D39C8717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4722B5-872D-6F31-0632-64A879DD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Warum Command Pattern?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624ABE7F-5C88-E805-7501-4AD90968A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902AAEA9-C95E-9112-FCC7-008877DBA6C7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0BE252F-A3D6-493E-582C-A140BC0428E9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D6C3583-B12A-5E07-6227-17FDEA90DEEF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5E5536AD-B0F6-177B-3379-A65EBE36D920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477B78-F8D1-9DBA-2FE0-CA0359EA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13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0B7E191-0486-4A02-537D-31BE05FDC003}"/>
              </a:ext>
            </a:extLst>
          </p:cNvPr>
          <p:cNvSpPr txBox="1"/>
          <p:nvPr/>
        </p:nvSpPr>
        <p:spPr>
          <a:xfrm>
            <a:off x="843280" y="1422400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Das Command Pattern wird genutzt bzw. eingeplant, um Spielerbefehle sauberer zu strukturieren.</a:t>
            </a:r>
          </a:p>
          <a:p>
            <a:endParaRPr lang="de-DE" sz="2000" dirty="0"/>
          </a:p>
          <a:p>
            <a:r>
              <a:rPr lang="de-DE" sz="2000" b="1" dirty="0"/>
              <a:t>Problem:</a:t>
            </a:r>
            <a:br>
              <a:rPr lang="de-DE" sz="2000" dirty="0"/>
            </a:br>
            <a:r>
              <a:rPr lang="de-DE" sz="2000" dirty="0"/>
              <a:t>Wenn alle Befehle direkt im CommandParser stehen, entsteht schnell ein großer switch-Block. Dadurch wird die Klasse schwerer lesbar und schwieriger zu erweitern. Lösung =&gt; Jeder Befehl wird als eigene Aktion betrachtet.</a:t>
            </a:r>
          </a:p>
          <a:p>
            <a:endParaRPr lang="de-DE" sz="2000" dirty="0"/>
          </a:p>
          <a:p>
            <a:r>
              <a:rPr lang="de-DE" sz="2000" b="1" dirty="0"/>
              <a:t>Mögliche Commands: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MoveCommand, TakeItemCommand, TalkCommand, InventoryCommand</a:t>
            </a:r>
          </a:p>
          <a:p>
            <a:endParaRPr lang="de-DE" sz="2000" dirty="0"/>
          </a:p>
          <a:p>
            <a:r>
              <a:rPr lang="de-DE" sz="2000" b="1" dirty="0"/>
              <a:t>Warum sinnvoll?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weniger Logik im Parser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neue Befehle können leichter ergänzt werden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einzelne Commands sind besser testbar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klare Trennung zwischen Eingabe und Aktion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bessere Struktur bei wachsendem Projekt</a:t>
            </a:r>
          </a:p>
        </p:txBody>
      </p:sp>
    </p:spTree>
    <p:extLst>
      <p:ext uri="{BB962C8B-B14F-4D97-AF65-F5344CB8AC3E}">
        <p14:creationId xmlns:p14="http://schemas.microsoft.com/office/powerpoint/2010/main" val="442599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2D22-2DF0-0223-AF75-279A128A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D5C1E-1B41-6CA1-9488-8378AFEE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Interfaces im Projekt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F8A59A79-ACE3-38D8-4BA0-596C31092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D8F94F17-0C6F-25C2-BE8E-97963D96CEA8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90B82A5-3251-57CD-5BB7-260519528DFC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4858A12A-1696-09D2-FBD0-1B25E4191435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460F4D0B-571F-789F-15F6-9B7D04C0F1B9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FBB4B8-DB12-BE8C-DBA6-C1CA61F18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14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28D7DB3-2253-64F0-5041-93AAD5358626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Interfaces werden genutzt, um Verhalten flexibel und austauschbar zu machen.</a:t>
            </a:r>
          </a:p>
          <a:p>
            <a:endParaRPr lang="de-DE" sz="2000" dirty="0"/>
          </a:p>
          <a:p>
            <a:r>
              <a:rPr lang="de-DE" sz="2000" b="1" dirty="0"/>
              <a:t>Beispiel: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TalkStrategy definiert eine gemeinsame Methode für Dialoge: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de-DE" sz="2000" dirty="0"/>
              <a:t>getDialogue(Player player)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Dadurch können unterschiedliche Klassen dieses Interface implementieren und jeweils eigenes Dialogverhalten bereitstellen.</a:t>
            </a:r>
          </a:p>
          <a:p>
            <a:endParaRPr lang="de-DE" sz="2000" dirty="0"/>
          </a:p>
          <a:p>
            <a:r>
              <a:rPr lang="de-DE" sz="2000" b="1" dirty="0"/>
              <a:t>Vorteile: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weniger feste Abhängigkeiten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bessere Erweiterbarkeit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einheitliche Struktur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2000" dirty="0"/>
              <a:t>einfacheres Testen</a:t>
            </a:r>
          </a:p>
          <a:p>
            <a:endParaRPr lang="de-DE" sz="2000" dirty="0"/>
          </a:p>
          <a:p>
            <a:r>
              <a:rPr lang="de-DE" sz="2000" b="1" dirty="0"/>
              <a:t>Beispiel im Projekt:</a:t>
            </a:r>
          </a:p>
          <a:p>
            <a:r>
              <a:rPr lang="de-DE" sz="2000" dirty="0"/>
              <a:t>Ein NPC muss nicht wissen, ob er eine Standardantwort oder einen dynamischen Hinweis verwendet. Er nutzt einfach die Strategie.</a:t>
            </a:r>
          </a:p>
        </p:txBody>
      </p:sp>
    </p:spTree>
    <p:extLst>
      <p:ext uri="{BB962C8B-B14F-4D97-AF65-F5344CB8AC3E}">
        <p14:creationId xmlns:p14="http://schemas.microsoft.com/office/powerpoint/2010/main" val="219505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EDF4-51F4-B826-7053-0805E29A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C6F6E3-ABF8-4C31-E34A-2C7ADCDD6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Java Streams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173B503B-F4F7-67A8-ACCD-A40DF05A9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D316C15A-A904-2F59-E1DB-21658AB5C83B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9FA95C4-84D1-1C2D-E165-2E9340C25802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06AAE522-625A-0C05-8F48-1675ED9D4F27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AFF22221-F768-03F9-F278-7F2C8786BC3A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BE7EDA-11A9-3AD5-A29E-C0A7F2A0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15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BE1BB5A-DB27-0D7E-4541-71DEB25F3318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Java Streams werden verwendet, um Listen übersichtlicher zu durchsuchen und zu verarbeiten.</a:t>
            </a:r>
          </a:p>
          <a:p>
            <a:endParaRPr lang="de-DE" sz="2000" dirty="0"/>
          </a:p>
          <a:p>
            <a:r>
              <a:rPr lang="de-DE" sz="2000" b="1" dirty="0"/>
              <a:t>Einsatzbereiche: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Item im Inventar/Raum suchen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NPC in einem Raum suchen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Items anzeigen/Listen Filtern</a:t>
            </a:r>
          </a:p>
          <a:p>
            <a:endParaRPr lang="de-DE" sz="2000" dirty="0"/>
          </a:p>
          <a:p>
            <a:r>
              <a:rPr lang="de-DE" sz="2000" b="1" dirty="0"/>
              <a:t>Typische Methoden: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filter(), findFirst(), forEach()</a:t>
            </a:r>
          </a:p>
          <a:p>
            <a:endParaRPr lang="de-DE" sz="2000" dirty="0"/>
          </a:p>
          <a:p>
            <a:r>
              <a:rPr lang="de-DE" sz="2000" b="1" dirty="0"/>
              <a:t>Warum Streams?</a:t>
            </a:r>
          </a:p>
          <a:p>
            <a:r>
              <a:rPr lang="de-DE" sz="2000" dirty="0"/>
              <a:t>Ohne Streams müssten viele klassische Schleifen geschrieben werden. Streams machen den Code kürzer, moderner und besser lesbar.</a:t>
            </a:r>
          </a:p>
          <a:p>
            <a:endParaRPr lang="de-DE" sz="2000" dirty="0"/>
          </a:p>
          <a:p>
            <a:r>
              <a:rPr lang="de-DE" sz="2000" b="1" dirty="0"/>
              <a:t>Beispiel:</a:t>
            </a:r>
          </a:p>
          <a:p>
            <a:r>
              <a:rPr lang="de-DE" sz="2000" dirty="0"/>
              <a:t>Ein Item kann anhand seines Namens gesucht werden, ohne manuell durch jedes Element mit einer Schleife zu gehen.</a:t>
            </a:r>
          </a:p>
        </p:txBody>
      </p:sp>
    </p:spTree>
    <p:extLst>
      <p:ext uri="{BB962C8B-B14F-4D97-AF65-F5344CB8AC3E}">
        <p14:creationId xmlns:p14="http://schemas.microsoft.com/office/powerpoint/2010/main" val="296853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BEFA8-0B41-550F-536C-59220A6C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B79DE1-6B42-6BA6-7A63-EF0B97ED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Speichern und Laden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81B64908-C85D-BDB6-B20C-35D1EF0FC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4FC33CC4-EB06-E74A-3D1D-1874CAAFE50E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E5D3417-4930-013C-CE62-7E9639EB46E3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F04290A-E39F-8B20-F2E2-F70456C3A0ED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159AA7DD-028E-DA93-6823-23FF756615F0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C5080D-31EA-0402-F1FC-D7F146CC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16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BBFE64B-22B2-776B-2E08-D887AB59E5B8}"/>
              </a:ext>
            </a:extLst>
          </p:cNvPr>
          <p:cNvSpPr txBox="1"/>
          <p:nvPr/>
        </p:nvSpPr>
        <p:spPr>
          <a:xfrm>
            <a:off x="843280" y="1422400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Damit der Spielfortschritt nicht verloren geht, wird Speichern und Laden umgesetzt.</a:t>
            </a:r>
          </a:p>
          <a:p>
            <a:endParaRPr lang="de-DE" sz="2000" b="1" dirty="0"/>
          </a:p>
          <a:p>
            <a:r>
              <a:rPr lang="de-DE" sz="2000" b="1" dirty="0"/>
              <a:t>Was wird gespeichert?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aktueller Raum des Spielers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Inventar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Escape-Status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erreichtes Ende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wichtige Entscheidungen</a:t>
            </a:r>
          </a:p>
          <a:p>
            <a:endParaRPr lang="de-DE" sz="2000" dirty="0"/>
          </a:p>
          <a:p>
            <a:r>
              <a:rPr lang="de-DE" sz="2000" b="1" dirty="0"/>
              <a:t>Wie funktioniert es technisch?</a:t>
            </a:r>
          </a:p>
          <a:p>
            <a:r>
              <a:rPr lang="de-DE" sz="2000" dirty="0"/>
              <a:t>Der aktuelle Spielzustand wird aus den Objekten ausgelesen und gespeichert. Beim Laden werden diese Daten wieder eingelesen und der Spielerzustand wird wiederhergestellt.</a:t>
            </a:r>
          </a:p>
          <a:p>
            <a:endParaRPr lang="de-DE" sz="2000" dirty="0"/>
          </a:p>
          <a:p>
            <a:r>
              <a:rPr lang="de-DE" sz="2000" b="1" dirty="0"/>
              <a:t>Warum wichtig?</a:t>
            </a:r>
          </a:p>
          <a:p>
            <a:r>
              <a:rPr lang="de-DE" sz="2000" dirty="0"/>
              <a:t>Speichern und Laden zeigt, dass Spielzustände sauber verwaltet und dauerhaft gesichert werden können.	</a:t>
            </a:r>
          </a:p>
        </p:txBody>
      </p:sp>
    </p:spTree>
    <p:extLst>
      <p:ext uri="{BB962C8B-B14F-4D97-AF65-F5344CB8AC3E}">
        <p14:creationId xmlns:p14="http://schemas.microsoft.com/office/powerpoint/2010/main" val="1093650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6BA8F-47B8-9793-070A-4B2286E8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B5904D-A265-11C1-75BD-356CE690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Warum eine SQL-Datenbank?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5F990C8C-EC82-8F10-E536-FC43DE06C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771DFF34-89D0-613F-3B9E-02CF26E52F32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0A32E2C-06A5-825F-ECA3-3D48989A2779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8055475-6C15-8CD4-C061-7E9C3C18E4FA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5BBFC105-F153-3ADC-05D7-DD40E77768F5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743129-F093-40CB-05AB-51A189C2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17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C503A96-D22A-A584-31CD-A344CF437EE4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Eine SQL-Datenbank wird verwendet, um Daten dauerhaft und strukturiert zu speichern.</a:t>
            </a:r>
          </a:p>
          <a:p>
            <a:endParaRPr lang="de-DE" sz="2000" dirty="0"/>
          </a:p>
          <a:p>
            <a:r>
              <a:rPr lang="de-DE" sz="2000" b="1" dirty="0"/>
              <a:t>Warum SQL?</a:t>
            </a:r>
          </a:p>
          <a:p>
            <a:r>
              <a:rPr lang="de-DE" sz="2000" dirty="0"/>
              <a:t>Normale Variablen existieren nur während der Laufzeit. Nach dem Beenden des Spiels wären diese Daten weg. Eine Datenbank speichert Informationen dauerhaft.</a:t>
            </a:r>
          </a:p>
          <a:p>
            <a:endParaRPr lang="de-DE" sz="2000" dirty="0"/>
          </a:p>
          <a:p>
            <a:r>
              <a:rPr lang="de-DE" sz="2000" b="1" dirty="0"/>
              <a:t>Mögliche gespeicherte Daten: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Spielername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aktueller Raum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Inventar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Escape-Status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erreichtes Ende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Highscores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Zeitstempel des Spielstands</a:t>
            </a:r>
          </a:p>
          <a:p>
            <a:endParaRPr lang="de-DE" sz="2000" dirty="0"/>
          </a:p>
          <a:p>
            <a:r>
              <a:rPr lang="de-DE" sz="2000" b="1" dirty="0"/>
              <a:t>Vorteil:</a:t>
            </a:r>
          </a:p>
          <a:p>
            <a:r>
              <a:rPr lang="de-DE" sz="2000" dirty="0"/>
              <a:t>Daten können später wieder geladen, verglichen oder ausgewertet werden.</a:t>
            </a:r>
          </a:p>
        </p:txBody>
      </p:sp>
    </p:spTree>
    <p:extLst>
      <p:ext uri="{BB962C8B-B14F-4D97-AF65-F5344CB8AC3E}">
        <p14:creationId xmlns:p14="http://schemas.microsoft.com/office/powerpoint/2010/main" val="2735298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33F2A-A22B-3D2E-B8E0-11B6AFAE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0AF96A-C7F2-012D-90A8-9AEBD469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072120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Wie wurde die Datenbank umgesetzt?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18A1A741-8602-ADD6-6671-AE198D465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5EBAAF0F-03FA-CB29-F33D-E50598444A86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BA67644-EA13-ECBD-160F-B61DD793FDC0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1577625C-171D-308E-0D46-23DCB2FB9C5E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508781D0-ECA9-D467-3F8E-E9437626CF56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80F155-EE8B-CE7C-4556-5E940950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18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2CB53B8-B1E3-360C-1B78-5B22977EBBC6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Die Datenbankverbindung wird über JDBC umgesetzt. JDBC ist die Standardschnittstelle in Java, um mit SQL-Datenbanken zu arbeiten.</a:t>
            </a:r>
          </a:p>
          <a:p>
            <a:endParaRPr lang="de-DE" sz="2000" dirty="0"/>
          </a:p>
          <a:p>
            <a:r>
              <a:rPr lang="de-DE" sz="2000" b="1" dirty="0"/>
              <a:t>Umsetzungsschritte: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passende SQL-Datenbank auswählen, z. B. SQLite oder MySQL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Tabellenstruktur planen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JDBC-Verbindung aufbauen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SQL-Befehle für Speichern und Laden schreiben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Datenbanklogik in eigene Klasse auslagern (Z.B. DatabaseManager)</a:t>
            </a:r>
          </a:p>
          <a:p>
            <a:endParaRPr lang="de-DE" sz="2000" dirty="0"/>
          </a:p>
          <a:p>
            <a:r>
              <a:rPr lang="de-DE" sz="2000" b="1" dirty="0"/>
              <a:t>Aufgaben von DatabaseManager:</a:t>
            </a:r>
          </a:p>
          <a:p>
            <a:r>
              <a:rPr lang="de-DE" sz="2000" dirty="0"/>
              <a:t>Verbindung zur Datenbank herstellen</a:t>
            </a:r>
          </a:p>
          <a:p>
            <a:r>
              <a:rPr lang="de-DE" sz="2000" dirty="0"/>
              <a:t>Spielstand speichern/laden</a:t>
            </a:r>
          </a:p>
          <a:p>
            <a:r>
              <a:rPr lang="de-DE" sz="2000" dirty="0"/>
              <a:t>Datenbankzugriff zentral verwalten</a:t>
            </a:r>
          </a:p>
          <a:p>
            <a:endParaRPr lang="de-DE" sz="2000" dirty="0"/>
          </a:p>
          <a:p>
            <a:r>
              <a:rPr lang="de-DE" sz="2000" b="1" dirty="0"/>
              <a:t>Warum eigene Klasse?</a:t>
            </a:r>
          </a:p>
          <a:p>
            <a:r>
              <a:rPr lang="de-DE" sz="2000" dirty="0"/>
              <a:t>Die Spiellogik bleibt sauber, weil SQL-Code nicht überall im Projekt verteilt ist.</a:t>
            </a:r>
          </a:p>
        </p:txBody>
      </p:sp>
    </p:spTree>
    <p:extLst>
      <p:ext uri="{BB962C8B-B14F-4D97-AF65-F5344CB8AC3E}">
        <p14:creationId xmlns:p14="http://schemas.microsoft.com/office/powerpoint/2010/main" val="175876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7875-76F3-513F-B69F-FE09FFCA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241701-3E35-46EE-7BB1-F3D12FF94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Beispiel Datenbankstruktur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9B298259-54B6-C77E-CD51-DFA87066F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30968D67-5B0D-6E62-E3F7-559CD027FF21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3547E3F-B590-5428-332C-C9717122B152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436FE45E-E7B8-21FF-C93B-8F8D13B50EDC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C8F2C810-BA2A-A618-06BF-4FC12A8AA9AC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898853-E8E9-7766-54AD-B174751A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19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76921E2-9E28-9F28-DC77-2BA0C6CBEF55}"/>
              </a:ext>
            </a:extLst>
          </p:cNvPr>
          <p:cNvSpPr txBox="1"/>
          <p:nvPr/>
        </p:nvSpPr>
        <p:spPr>
          <a:xfrm>
            <a:off x="843280" y="1422400"/>
            <a:ext cx="105156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Für Spielstände kann eine Tabelle savegames genutzt werden.</a:t>
            </a:r>
          </a:p>
          <a:p>
            <a:endParaRPr lang="de-DE" sz="2000" dirty="0"/>
          </a:p>
          <a:p>
            <a:r>
              <a:rPr lang="de-DE" sz="2000" b="1" dirty="0"/>
              <a:t>Beispiel: Tabelle savegames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id - eindeutige ID des Spielstands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player_name - Name des Spielers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current_room - aktueller Raum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inventory - gespeicherte Items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escaped - ob der Spieler entkommen 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ending - erreichtes Ende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moves - Anzahl der Spielzüge</a:t>
            </a:r>
          </a:p>
          <a:p>
            <a:endParaRPr lang="de-DE" sz="2000" dirty="0"/>
          </a:p>
          <a:p>
            <a:r>
              <a:rPr lang="de-DE" sz="2000" b="1" dirty="0"/>
              <a:t>Warum diese Struktur?</a:t>
            </a:r>
          </a:p>
          <a:p>
            <a:r>
              <a:rPr lang="de-DE" sz="2000" dirty="0"/>
              <a:t>Dadurch kann jeder Spielstand eindeutig gespeichert und später wieder geladen werden. Außerdem lassen sich mehrere Spielstände oder Spielerprofile verwalten.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209901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7655-FA03-F029-8D4E-E9D6EFA5E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E524B-D096-E865-2DD3-41295BBE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Automatisierte Tests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FEA9D23E-5E33-2FBF-F93B-7267EBDEE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61509CA5-9C36-2A6A-E9F1-F5BB202EF319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B9E8D91-A241-7884-8A65-86FD1DE1F5F5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A50978B7-DD1C-1BE5-3661-FE03DFD2C0CB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6E331BD5-EBC6-40FF-1421-34CAE2FE259B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CC320-94D2-0538-F871-C3F030E2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20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C53D76-51DD-A2F6-0141-48B7D7F30734}"/>
              </a:ext>
            </a:extLst>
          </p:cNvPr>
          <p:cNvSpPr txBox="1"/>
          <p:nvPr/>
        </p:nvSpPr>
        <p:spPr>
          <a:xfrm>
            <a:off x="843280" y="1422400"/>
            <a:ext cx="10515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Tests werden geschrieben, um wichtige Funktionen des Spiels automatisch zu überprüfen.</a:t>
            </a:r>
          </a:p>
          <a:p>
            <a:endParaRPr lang="de-DE" sz="2000" dirty="0"/>
          </a:p>
          <a:p>
            <a:r>
              <a:rPr lang="de-DE" sz="2000" b="1" dirty="0"/>
              <a:t>Warum Tests?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Fehler werden schneller gefunden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Änderungen am Code sind sicherer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weniger manuelles Testen notwendig</a:t>
            </a:r>
          </a:p>
          <a:p>
            <a:endParaRPr lang="de-DE" sz="2000" dirty="0"/>
          </a:p>
          <a:p>
            <a:r>
              <a:rPr lang="de-DE" sz="2000" b="1" dirty="0"/>
              <a:t>Getestete Bereiche: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Bewegung zwischen Räumen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ungültige Richtungen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Items aufnehmen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Ausgang nur mit Schlüssel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Escape-Status</a:t>
            </a:r>
          </a:p>
          <a:p>
            <a:endParaRPr lang="de-DE" sz="2000" dirty="0"/>
          </a:p>
          <a:p>
            <a:r>
              <a:rPr lang="de-DE" sz="2000" b="1" dirty="0"/>
              <a:t>Ziel:</a:t>
            </a:r>
          </a:p>
          <a:p>
            <a:r>
              <a:rPr lang="de-DE" sz="2000" dirty="0"/>
              <a:t>Mindestens 10 automatisierte Tests für zentrale Funktionen.</a:t>
            </a:r>
          </a:p>
        </p:txBody>
      </p:sp>
    </p:spTree>
    <p:extLst>
      <p:ext uri="{BB962C8B-B14F-4D97-AF65-F5344CB8AC3E}">
        <p14:creationId xmlns:p14="http://schemas.microsoft.com/office/powerpoint/2010/main" val="1416352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C3E1-9FB5-3774-5464-51C0C838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9985C5-22A7-394C-76C3-3B4D4FCC5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Beispiele für Testklassen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1E277FDE-DD3D-A981-2141-4EB171AF0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68F03FF8-C787-B828-5D23-BD6DB1D813FE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1BF7203F-8E4E-8180-1704-578DE280E5AA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7553E8F2-931A-D13F-4FCC-331D3AF99875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1CC235CF-8AD5-D438-56AE-36A3FA967AE3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0365E2-FFF5-29D9-D6AE-D91AD2C52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21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93EDFC5-2983-2DF1-101C-EE1663792BE8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 err="1"/>
              <a:t>TestPlayer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Spieler startet im richtigen Raum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Spieler bewegt sich zu gültigem Ausgang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ungültige Richtung verändert Raum nicht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Ausgang funktioniert nur mit Schlüssel</a:t>
            </a:r>
          </a:p>
          <a:p>
            <a:endParaRPr lang="de-DE" sz="2000" dirty="0"/>
          </a:p>
          <a:p>
            <a:r>
              <a:rPr lang="de-DE" sz="2000" b="1" dirty="0" err="1"/>
              <a:t>TestInventory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Item hinzufügen, suchen, entfernen</a:t>
            </a:r>
          </a:p>
          <a:p>
            <a:endParaRPr lang="de-DE" sz="2000" dirty="0"/>
          </a:p>
          <a:p>
            <a:r>
              <a:rPr lang="de-DE" sz="2000" b="1" dirty="0" err="1"/>
              <a:t>TestRoom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Ausgänge setzen und abrufen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Items aus Raum aufnehmen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NPCs hinzufügen und finden</a:t>
            </a:r>
          </a:p>
          <a:p>
            <a:endParaRPr lang="de-DE" sz="2000" dirty="0"/>
          </a:p>
          <a:p>
            <a:r>
              <a:rPr lang="de-DE" sz="2000" b="1" dirty="0" err="1"/>
              <a:t>TestCommandParser</a:t>
            </a:r>
            <a:endParaRPr lang="de-DE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Befehle werden richtig erkannt/ ungültige werden abgefangen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de-DE" sz="2000" dirty="0"/>
              <a:t>passende Methoden werden aufgerufen</a:t>
            </a:r>
          </a:p>
        </p:txBody>
      </p:sp>
    </p:spTree>
    <p:extLst>
      <p:ext uri="{BB962C8B-B14F-4D97-AF65-F5344CB8AC3E}">
        <p14:creationId xmlns:p14="http://schemas.microsoft.com/office/powerpoint/2010/main" val="159672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5126-EA54-2E87-C921-C7E6AF8D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5FF3C-0CBB-5E16-F4E8-E91410E3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GitHub und Zusammenarbeit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7433A291-E203-F3F3-39D3-C179355C5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00609B8D-1E5E-1F1E-6310-C6C2B14F7531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B8C734D8-41EA-4989-61BF-563EC21FAB8C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9E0390C5-DB51-5E5A-C281-BA4227B4767D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3B3D7848-8E5D-DA03-3847-A31BAC882552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65BD83-0EEE-1293-2BE0-4D5A1EE2F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22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DA49AB5-3F8E-C874-83EA-986793BAE142}"/>
              </a:ext>
            </a:extLst>
          </p:cNvPr>
          <p:cNvSpPr txBox="1"/>
          <p:nvPr/>
        </p:nvSpPr>
        <p:spPr>
          <a:xfrm>
            <a:off x="843280" y="1422400"/>
            <a:ext cx="10515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GitHub wird genutzt, um das Projekt gemeinsam zu entwickeln und den Fortschritt nachvollziehbar zu machen.</a:t>
            </a:r>
          </a:p>
          <a:p>
            <a:endParaRPr lang="de-DE" sz="2000" dirty="0"/>
          </a:p>
          <a:p>
            <a:r>
              <a:rPr lang="de-DE" sz="2000" b="1" dirty="0"/>
              <a:t>Verwendete Elemente: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gemeinsames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Issues für einzelne Aufgaben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Milestones als Sprints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Projektboard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Dokumentation der Zusammenarbeit</a:t>
            </a:r>
          </a:p>
          <a:p>
            <a:endParaRPr lang="de-DE" sz="2000" dirty="0"/>
          </a:p>
          <a:p>
            <a:r>
              <a:rPr lang="de-DE" sz="2000" b="1" dirty="0"/>
              <a:t>Warum wichtig?</a:t>
            </a:r>
          </a:p>
          <a:p>
            <a:r>
              <a:rPr lang="de-DE" sz="2000" dirty="0"/>
              <a:t>Durch GitHub ist sichtbar, wer woran gearbeitet hat. Aufgaben können verteilt werden und der Projektfortschritt bleibt nachvollziehbar.</a:t>
            </a:r>
          </a:p>
        </p:txBody>
      </p:sp>
    </p:spTree>
    <p:extLst>
      <p:ext uri="{BB962C8B-B14F-4D97-AF65-F5344CB8AC3E}">
        <p14:creationId xmlns:p14="http://schemas.microsoft.com/office/powerpoint/2010/main" val="1259333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79AD6-2D21-F2BF-AA03-C2ECB4AE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52542-D0BB-0FD4-785A-A5A36898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Milestones / Sprints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274FF31D-2D90-DF57-BC41-5E1766DDF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8E96C092-4636-DBA4-141F-FCB465FACABE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9220B7C5-96C6-CE14-B349-65E83F72E402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8DA5FEC-194C-887D-86B6-0B6198E99A79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7DEC80A8-BF0E-8FB7-D953-5F79FD6BD4DC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8397FE-F02B-1994-59FC-8F7686CB1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23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8BDE10A-B9CB-7745-2822-0E0A504AA45D}"/>
              </a:ext>
            </a:extLst>
          </p:cNvPr>
          <p:cNvSpPr txBox="1"/>
          <p:nvPr/>
        </p:nvSpPr>
        <p:spPr>
          <a:xfrm>
            <a:off x="843280" y="1320800"/>
            <a:ext cx="10515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Das Projekt wurde in mehrere Milestones aufgeteilt, damit die Entwicklung strukturiert abläuft.</a:t>
            </a:r>
          </a:p>
          <a:p>
            <a:endParaRPr lang="de-DE" sz="2000" dirty="0"/>
          </a:p>
          <a:p>
            <a:r>
              <a:rPr lang="de-DE" sz="2000" b="1" dirty="0"/>
              <a:t>Sprint 1 – Grundlegendes Konzept: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Story überlegen/Figuren definieren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Items planen</a:t>
            </a:r>
          </a:p>
          <a:p>
            <a:endParaRPr lang="de-DE" sz="2000" b="1" dirty="0"/>
          </a:p>
          <a:p>
            <a:r>
              <a:rPr lang="de-DE" sz="2000" b="1" dirty="0"/>
              <a:t>Sprint 2 – Erste spielbare Version: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Konsolenapplikation erstellen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Bewegung umsetzen / räume verbinden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erste Interaktionen einbauen</a:t>
            </a:r>
          </a:p>
          <a:p>
            <a:endParaRPr lang="de-DE" sz="2000" dirty="0"/>
          </a:p>
          <a:p>
            <a:r>
              <a:rPr lang="de-DE" sz="2000" b="1" dirty="0"/>
              <a:t>Sprint 3 – </a:t>
            </a:r>
            <a:r>
              <a:rPr lang="de-DE" sz="2000" b="1" dirty="0" err="1"/>
              <a:t>Testing</a:t>
            </a:r>
            <a:r>
              <a:rPr lang="de-DE" sz="20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Tests für zentrale Klassen schreiben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Spiellogik überprüfen/ Fehler finden und beheben</a:t>
            </a:r>
          </a:p>
          <a:p>
            <a:endParaRPr lang="de-DE" sz="2000" dirty="0"/>
          </a:p>
          <a:p>
            <a:r>
              <a:rPr lang="de-DE" sz="2000" b="1" dirty="0"/>
              <a:t>Sprint 4 – Finalisierung: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Code kommentieren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fehlende Anforderungen ergänzen</a:t>
            </a:r>
          </a:p>
          <a:p>
            <a:endParaRPr lang="de-DE" sz="2000" dirty="0"/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701346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BCDD7-BEEF-2AB8-84D8-577ED007C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FCD555-8674-7E7B-FA10-EDF11844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Ergebnis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B296EBF8-A4AD-696E-9B67-145FAFC9F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548BE55F-14E9-3707-3F2D-EEFB3BFE58CF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88B65FD-5F97-3E73-CA3F-EF3A33ED00BC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A034DF6-A764-85BA-11AC-EF3E7D4A2F28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64428599-83A8-F83F-959D-8FA435A44C35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292481-CE1F-E172-E394-7FC33BAA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24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F3E2CB0-E8FE-BA19-D25C-087DDE575E23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Am Ende entsteht eine spielbare Konsolenversion von </a:t>
            </a:r>
            <a:r>
              <a:rPr lang="de-DE" sz="2000" i="1" dirty="0"/>
              <a:t>Escape the Forest.</a:t>
            </a:r>
          </a:p>
          <a:p>
            <a:endParaRPr lang="de-DE" sz="2000" i="1" dirty="0"/>
          </a:p>
          <a:p>
            <a:r>
              <a:rPr lang="de-DE" sz="2000" b="1" dirty="0"/>
              <a:t>Umgesetzt / enthalten: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eigene Story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mehrere Räume/ Items/ NPC‘s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Inventarsystem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Navigation zwischen Räumen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Dialogsystem mit Strategy Pattern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Command-Struktur für Befehle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automatisierte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Speichern und Laden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SQL-Datenbank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GitHub-Dokumentation</a:t>
            </a:r>
          </a:p>
          <a:p>
            <a:endParaRPr lang="de-DE" sz="2000" dirty="0"/>
          </a:p>
          <a:p>
            <a:r>
              <a:rPr lang="de-DE" sz="2000" b="1" dirty="0"/>
              <a:t>Ergebnis:</a:t>
            </a:r>
          </a:p>
          <a:p>
            <a:r>
              <a:rPr lang="de-DE" sz="2000" dirty="0"/>
              <a:t>Ein Java-Projekt, das die Anforderungen technisch umsetzt und gleichzeitig als spielbares Textadventure funktioniert.</a:t>
            </a:r>
          </a:p>
        </p:txBody>
      </p:sp>
    </p:spTree>
    <p:extLst>
      <p:ext uri="{BB962C8B-B14F-4D97-AF65-F5344CB8AC3E}">
        <p14:creationId xmlns:p14="http://schemas.microsoft.com/office/powerpoint/2010/main" val="3165177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449E-F6EF-FE9A-7BE8-F132B3F3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950833-8254-34A9-D3A2-FC29A078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907867" cy="588963"/>
          </a:xfrm>
        </p:spPr>
        <p:txBody>
          <a:bodyPr>
            <a:normAutofit fontScale="90000"/>
          </a:bodyPr>
          <a:lstStyle/>
          <a:p>
            <a:r>
              <a:rPr lang="de-DE" dirty="0"/>
              <a:t>Fazit und Ausblick</a:t>
            </a:r>
          </a:p>
        </p:txBody>
      </p:sp>
      <p:pic>
        <p:nvPicPr>
          <p:cNvPr id="7" name="Inhaltsplatzhalter 6" descr="Ein Bild, das Text, Grafiken, Schrift, Grafikdesign enthält.&#10;&#10;Beschreibung automatisch generiert.">
            <a:extLst>
              <a:ext uri="{FF2B5EF4-FFF2-40B4-BE49-F238E27FC236}">
                <a16:creationId xmlns:a16="http://schemas.microsoft.com/office/drawing/2014/main" id="{F373D6C0-C15C-5FD1-BA17-E868ED026B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7740" y="154189"/>
            <a:ext cx="2080776" cy="8715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EB4EA90A-9651-B33E-824E-091908AE2B50}"/>
                  </a:ext>
                </a:extLst>
              </p14:cNvPr>
              <p14:cNvContentPartPr/>
              <p14:nvPr/>
            </p14:nvContentPartPr>
            <p14:xfrm>
              <a:off x="28465" y="1231040"/>
              <a:ext cx="12191352" cy="11495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DAFADCE7-5CC7-193F-27A9-6FA8CEA53C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6" y="656290"/>
                <a:ext cx="12226991" cy="11495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46174BD-96B5-7D8C-D9E4-3300648E9D3D}"/>
              </a:ext>
            </a:extLst>
          </p:cNvPr>
          <p:cNvGrpSpPr/>
          <p:nvPr/>
        </p:nvGrpSpPr>
        <p:grpSpPr>
          <a:xfrm>
            <a:off x="9194799" y="1078471"/>
            <a:ext cx="3623131" cy="435367"/>
            <a:chOff x="10991161" y="1061644"/>
            <a:chExt cx="1240225" cy="240343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F4EDC958-F06A-4059-2E75-B839BBD55C45}"/>
                </a:ext>
              </a:extLst>
            </p:cNvPr>
            <p:cNvSpPr/>
            <p:nvPr/>
          </p:nvSpPr>
          <p:spPr>
            <a:xfrm>
              <a:off x="11008895" y="1112920"/>
              <a:ext cx="991172" cy="1890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Textfeld 3">
              <a:extLst>
                <a:ext uri="{FF2B5EF4-FFF2-40B4-BE49-F238E27FC236}">
                  <a16:creationId xmlns:a16="http://schemas.microsoft.com/office/drawing/2014/main" id="{DFA5521A-18E4-F7B4-3012-A3FBE4087598}"/>
                </a:ext>
              </a:extLst>
            </p:cNvPr>
            <p:cNvSpPr txBox="1"/>
            <p:nvPr/>
          </p:nvSpPr>
          <p:spPr>
            <a:xfrm>
              <a:off x="10991161" y="1061644"/>
              <a:ext cx="1240225" cy="15291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200" dirty="0"/>
                <a:t>Samuel B. | Florian Gr. | Florian H. | Pascal V.</a:t>
              </a: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A95CF9-D810-AD4D-5E3E-E98AF247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8324" y="6365108"/>
            <a:ext cx="632373" cy="347608"/>
          </a:xfrm>
        </p:spPr>
        <p:txBody>
          <a:bodyPr/>
          <a:lstStyle/>
          <a:p>
            <a:fld id="{48F63A3B-78C7-47BE-AE5E-E10140E04643}" type="slidenum">
              <a:rPr lang="en-US" dirty="0"/>
              <a:t>25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89CDC73-3F2E-83AE-E01B-E9EB469B7EA9}"/>
              </a:ext>
            </a:extLst>
          </p:cNvPr>
          <p:cNvSpPr txBox="1"/>
          <p:nvPr/>
        </p:nvSpPr>
        <p:spPr>
          <a:xfrm>
            <a:off x="843280" y="1422400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i="1" dirty="0"/>
              <a:t>Escape the Forest</a:t>
            </a:r>
            <a:r>
              <a:rPr lang="de-DE" sz="2000" dirty="0"/>
              <a:t> zeigt, wie ein kleines Spiel mit Java strukturiert und objektorientiert umgesetzt werden kann.</a:t>
            </a:r>
          </a:p>
          <a:p>
            <a:endParaRPr lang="de-DE" sz="2000" b="1" dirty="0"/>
          </a:p>
          <a:p>
            <a:r>
              <a:rPr lang="de-DE" sz="2000" b="1" dirty="0"/>
              <a:t>Was wir gelernt haben: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Klassen sinnvoll aufteilen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mit Interfaces und Patterns arbeiten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Spiellogik testen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Daten dauerhaft speichern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GitHub für Teamarbeit nutzen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Anforderungen schrittweise umsetzen</a:t>
            </a:r>
          </a:p>
          <a:p>
            <a:endParaRPr lang="de-DE" sz="2000" dirty="0"/>
          </a:p>
          <a:p>
            <a:r>
              <a:rPr lang="de-DE" sz="2000" b="1" dirty="0"/>
              <a:t>Mögliche Erweiterungen: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mehr Räume/Rätsel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komplexere NPC-Dialoge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zusätzliche Commands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weitere Enden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grafische Oberfläche</a:t>
            </a:r>
          </a:p>
        </p:txBody>
      </p:sp>
    </p:spTree>
    <p:extLst>
      <p:ext uri="{BB962C8B-B14F-4D97-AF65-F5344CB8AC3E}">
        <p14:creationId xmlns:p14="http://schemas.microsoft.com/office/powerpoint/2010/main" val="1008517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13107D62-07A4-EF96-3DC0-ED33A6799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9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2259</Words>
  <Application>Microsoft Office PowerPoint</Application>
  <PresentationFormat>Breitbild</PresentationFormat>
  <Paragraphs>434</Paragraphs>
  <Slides>26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2" baseType="lpstr">
      <vt:lpstr>Arial</vt:lpstr>
      <vt:lpstr>Berlin Sans FB Demi</vt:lpstr>
      <vt:lpstr>Calibri</vt:lpstr>
      <vt:lpstr>Calibri Light</vt:lpstr>
      <vt:lpstr>Courier New</vt:lpstr>
      <vt:lpstr>Office</vt:lpstr>
      <vt:lpstr>Projekt Escape the Forest</vt:lpstr>
      <vt:lpstr>Escape the Forest</vt:lpstr>
      <vt:lpstr>Ziel des Projekts</vt:lpstr>
      <vt:lpstr>Spielidee als technischer Kontext</vt:lpstr>
      <vt:lpstr>Kurzkonzept von Escape the Forest</vt:lpstr>
      <vt:lpstr>Klassenmodell</vt:lpstr>
      <vt:lpstr>Verantwortlichkeiten der Klassen</vt:lpstr>
      <vt:lpstr>SOLID-Prinzipien</vt:lpstr>
      <vt:lpstr>Spielwelt technisch umgesetzt</vt:lpstr>
      <vt:lpstr>Inventar und Items</vt:lpstr>
      <vt:lpstr>Command Parser</vt:lpstr>
      <vt:lpstr>Warum Strategy Pattern?</vt:lpstr>
      <vt:lpstr>Warum Command Pattern?</vt:lpstr>
      <vt:lpstr>Interfaces im Projekt</vt:lpstr>
      <vt:lpstr>Java Streams</vt:lpstr>
      <vt:lpstr>Speichern und Laden</vt:lpstr>
      <vt:lpstr>Warum eine SQL-Datenbank?</vt:lpstr>
      <vt:lpstr>Wie wurde die Datenbank umgesetzt?</vt:lpstr>
      <vt:lpstr>Beispiel Datenbankstruktur</vt:lpstr>
      <vt:lpstr>Automatisierte Tests</vt:lpstr>
      <vt:lpstr>Beispiele für Testklassen</vt:lpstr>
      <vt:lpstr>GitHub und Zusammenarbeit</vt:lpstr>
      <vt:lpstr>Milestones / Sprints</vt:lpstr>
      <vt:lpstr>Ergebnis</vt:lpstr>
      <vt:lpstr>Fazit und Ausblick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Bukarica</dc:creator>
  <cp:lastModifiedBy>Samuel Bukarica</cp:lastModifiedBy>
  <cp:revision>1</cp:revision>
  <dcterms:created xsi:type="dcterms:W3CDTF">2026-05-18T08:37:06Z</dcterms:created>
  <dcterms:modified xsi:type="dcterms:W3CDTF">2026-06-01T07:40:59Z</dcterms:modified>
</cp:coreProperties>
</file>